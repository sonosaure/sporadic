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Lst>
  <p:sldSz cy="5143500" cx="9144000"/>
  <p:notesSz cx="6858000" cy="9144000"/>
  <p:embeddedFontLst>
    <p:embeddedFont>
      <p:font typeface="Roboto"/>
      <p:regular r:id="rId86"/>
      <p:bold r:id="rId87"/>
      <p:italic r:id="rId88"/>
      <p:boldItalic r:id="rId89"/>
    </p:embeddedFont>
    <p:embeddedFont>
      <p:font typeface="Montserrat"/>
      <p:regular r:id="rId90"/>
      <p:bold r:id="rId91"/>
      <p:italic r:id="rId92"/>
      <p:boldItalic r:id="rId93"/>
    </p:embeddedFont>
    <p:embeddedFont>
      <p:font typeface="Helvetica Neue"/>
      <p:regular r:id="rId94"/>
      <p:bold r:id="rId95"/>
      <p:italic r:id="rId96"/>
      <p:boldItalic r:id="rId97"/>
    </p:embeddedFont>
    <p:embeddedFont>
      <p:font typeface="Lexend"/>
      <p:regular r:id="rId98"/>
      <p:bold r:id="rId9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HelveticaNeue-bold.fntdata"/><Relationship Id="rId94" Type="http://schemas.openxmlformats.org/officeDocument/2006/relationships/font" Target="fonts/HelveticaNeue-regular.fntdata"/><Relationship Id="rId97" Type="http://schemas.openxmlformats.org/officeDocument/2006/relationships/font" Target="fonts/HelveticaNeue-boldItalic.fntdata"/><Relationship Id="rId96" Type="http://schemas.openxmlformats.org/officeDocument/2006/relationships/font" Target="fonts/HelveticaNeue-italic.fntdata"/><Relationship Id="rId11" Type="http://schemas.openxmlformats.org/officeDocument/2006/relationships/slide" Target="slides/slide5.xml"/><Relationship Id="rId99" Type="http://schemas.openxmlformats.org/officeDocument/2006/relationships/font" Target="fonts/Lexend-bold.fntdata"/><Relationship Id="rId10" Type="http://schemas.openxmlformats.org/officeDocument/2006/relationships/slide" Target="slides/slide4.xml"/><Relationship Id="rId98" Type="http://schemas.openxmlformats.org/officeDocument/2006/relationships/font" Target="fonts/Lexend-regular.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Montserrat-bold.fntdata"/><Relationship Id="rId90" Type="http://schemas.openxmlformats.org/officeDocument/2006/relationships/font" Target="fonts/Montserrat-regular.fntdata"/><Relationship Id="rId93" Type="http://schemas.openxmlformats.org/officeDocument/2006/relationships/font" Target="fonts/Montserrat-boldItalic.fntdata"/><Relationship Id="rId92" Type="http://schemas.openxmlformats.org/officeDocument/2006/relationships/font" Target="fonts/Montserrat-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font" Target="fonts/Roboto-regular.fntdata"/><Relationship Id="rId85" Type="http://schemas.openxmlformats.org/officeDocument/2006/relationships/slide" Target="slides/slide79.xml"/><Relationship Id="rId88" Type="http://schemas.openxmlformats.org/officeDocument/2006/relationships/font" Target="fonts/Roboto-italic.fntdata"/><Relationship Id="rId87" Type="http://schemas.openxmlformats.org/officeDocument/2006/relationships/font" Target="fonts/Roboto-bold.fntdata"/><Relationship Id="rId89" Type="http://schemas.openxmlformats.org/officeDocument/2006/relationships/font" Target="fonts/Roboto-boldItalic.fntdata"/><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5c343c3cc9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5c343c3cc9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5b3d1e7c7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5b3d1e7c7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5a632e54c4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5a632e54c4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5a632e54c4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5a632e54c4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5c2d749cc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5c2d749cc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5c2d749cc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5c2d749cc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5a81101e9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5a81101e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en violet à gauche , all is spores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5a632e54c4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rPr lang="fr" sz="1200">
                <a:solidFill>
                  <a:schemeClr val="dk1"/>
                </a:solidFill>
                <a:latin typeface="Calibri"/>
                <a:ea typeface="Calibri"/>
                <a:cs typeface="Calibri"/>
                <a:sym typeface="Calibri"/>
              </a:rPr>
              <a:t>2011 UK survey  -state of knowledge of fungi , kids age 14 ; 175 kids ; 160 said animals ; 3 “something else” </a:t>
            </a:r>
            <a:endParaRPr/>
          </a:p>
        </p:txBody>
      </p:sp>
      <p:sp>
        <p:nvSpPr>
          <p:cNvPr id="178" name="Google Shape;178;g25a632e54c4_0_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5b3d1e7c70_2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25b3d1e7c70_2_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5b3d1e7c70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5b3d1e7c70_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5b3d1e7c70_2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25b3d1e7c70_2_1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5a632e54c4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5a632e54c4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5b3d1e7c70_2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25b3d1e7c70_2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5a632e54c4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5a632e54c4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5b3d1e7c70_2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5b3d1e7c70_2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5b3d1e7c70_2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les champignons: un “groupe” différent des fungi qui les mets à part d’autres ; groupe = significatif, la distinction étant leur visibilité (les levures invisibles) ; corps macroscopiques </a:t>
            </a:r>
            <a:endParaRPr/>
          </a:p>
        </p:txBody>
      </p:sp>
      <p:sp>
        <p:nvSpPr>
          <p:cNvPr id="246" name="Google Shape;246;g25b3d1e7c70_2_2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5b3d1e7c70_2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5b3d1e7c70_2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a:solidFill>
                  <a:schemeClr val="dk1"/>
                </a:solidFill>
              </a:rPr>
              <a:t>au niveau microscopique : il apparait fragile mais pas du tout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5b3d1e7c70_2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a:solidFill>
                  <a:schemeClr val="dk1"/>
                </a:solidFill>
              </a:rPr>
              <a:t>“hyphes” scout exploratrice ; 10 ATM spitzenkroper how is it not exploding ? </a:t>
            </a:r>
            <a:endParaRPr/>
          </a:p>
        </p:txBody>
      </p:sp>
      <p:sp>
        <p:nvSpPr>
          <p:cNvPr id="265" name="Google Shape;265;g25b3d1e7c70_2_3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5b3d1e7c70_2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g25b3d1e7c70_2_4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5b3d1e7c70_2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“hyphes” scout exploratrice ; 10 ATM spitzenkroper how is it not exploding ? </a:t>
            </a:r>
            <a:endParaRPr/>
          </a:p>
        </p:txBody>
      </p:sp>
      <p:sp>
        <p:nvSpPr>
          <p:cNvPr id="283" name="Google Shape;283;g25b3d1e7c70_2_5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5c2d749cc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5c2d749cc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5b3d1e7c70_2_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en nature , la nourriture n’est pas distribué de manière homogène (hyphes exploratrices/hyphes); au labo, croissance radiale (la nourriture est partout, dispersé de manière homogène, alors on exploite tous on envoie les forces à part égale)</a:t>
            </a:r>
            <a:endParaRPr/>
          </a:p>
        </p:txBody>
      </p:sp>
      <p:sp>
        <p:nvSpPr>
          <p:cNvPr id="293" name="Google Shape;293;g25b3d1e7c70_2_6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5b3d1e7c70_2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matière organique et inorganique ; acide citrique et oxalique , un peu lent… avec l’ingénieurie génétique peut-être sera produit une souche viable à notre échelle de temps</a:t>
            </a:r>
            <a:endParaRPr/>
          </a:p>
        </p:txBody>
      </p:sp>
      <p:sp>
        <p:nvSpPr>
          <p:cNvPr id="300" name="Google Shape;300;g25b3d1e7c70_2_7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5b3d1e7c70_2_8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5b3d1e7c70_2_8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ils sont en compétition avec notre nourriture aussi…tu te souviens du dernier que t’as vu dans ton frigo ? Une des grandes raisons du gaspillage alimentaire. . Pas parce qu’on les trouve pas joli et que du coup on les mets à la poubelle mais parce qu’ils produisent des toxines, pas à la surface, mais à l’intérieur du substrat … tu te souviens de la technique de grand-mère? réaction chimico-physique de propagation des toxines dans le substrat ; modly bread for pigs, indirect intoxication of yourself ! les reims et le foi. Persistent fungi , dans le lait , dans la viande , changement de forme mais quand même ///// 9km² 25.000 ha - 2400-9000 ans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5b3d1e7c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5b3d1e7c7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5baa50cb3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25baa50cb3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sz="1900">
                <a:solidFill>
                  <a:schemeClr val="dk1"/>
                </a:solidFill>
              </a:rPr>
              <a:t>by the time roots evolved from simple thalli and rhizoids, plants had already been associating with mycorrhiza-forming fungi for some 50 million // 80 % P ,20 % N , Su</a:t>
            </a:r>
            <a:endParaRPr sz="1900">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e242bf92aeae95d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1e242bf92aeae95d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5b3d1e7c7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25b3d1e7c7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5b3d1e7c70_2_1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transformation du C par les petits mamifères // scarabées … les ramène au sol …  vitamin D in winter or </a:t>
            </a:r>
            <a:r>
              <a:rPr lang="fr"/>
              <a:t>nocturnal</a:t>
            </a:r>
            <a:r>
              <a:rPr lang="fr"/>
              <a:t> </a:t>
            </a:r>
            <a:endParaRPr/>
          </a:p>
        </p:txBody>
      </p:sp>
      <p:sp>
        <p:nvSpPr>
          <p:cNvPr id="351" name="Google Shape;351;g25b3d1e7c70_2_13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5b3d1e7c70_2_1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g25b3d1e7c70_2_13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5b3d1e7c70_2_1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g25b3d1e7c70_2_13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5b3d1e7c70_2_1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g25b3d1e7c70_2_13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25b3d1e7c70_2_1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orchidées !</a:t>
            </a:r>
            <a:endParaRPr/>
          </a:p>
        </p:txBody>
      </p:sp>
      <p:sp>
        <p:nvSpPr>
          <p:cNvPr id="379" name="Google Shape;379;g25b3d1e7c70_2_11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25b3d1e7c70_2_1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g25b3d1e7c70_2_14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25b3d1e7c70_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25b3d1e7c70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5b3d1e7c70_2_1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g25b3d1e7c70_2_14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25b3d1e7c70_2_1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g25b3d1e7c70_2_14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25b3d1e7c70_2_1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g25b3d1e7c70_2_14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5b3d1e7c70_2_1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g25b3d1e7c70_2_15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25b3d1e7c70_2_1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g25b3d1e7c70_2_15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25b3d1e7c70_2_1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25b3d1e7c70_2_1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gouttes et spores artificiels x10 taille réel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25b3d1e7c70_2_1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g25b3d1e7c70_2_16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5b3d1e7c70_2_1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g25b3d1e7c70_2_17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25b3d1e7c70_2_1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g25b3d1e7c70_2_17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25b3d1e7c70_2_1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g25b3d1e7c70_2_17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25b3d1e7c70_2_1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g25b3d1e7c70_2_17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25b3d1e7c70_2_1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g25b3d1e7c70_2_17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25b3d1e7c70_2_1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g25b3d1e7c70_2_17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5b3d1e7c70_2_17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g25b3d1e7c70_2_17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25b3d1e7c70_2_17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g25b3d1e7c70_2_17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25b3d1e7c70_2_17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g25b3d1e7c70_2_17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25c2d749cc4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g25c2d749cc4_0_2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25c03cacff5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25c03cacff5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25c2d749cc4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g25c2d749cc4_0_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25c2d749cc4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g25c2d749cc4_0_2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25b3d1e7c70_2_1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TIBET chenilles // fourmis en Afrique // printemps 2022 : 1 g = 20-40 $ plus cher que la truffe … i.e., Cordyceps militaris peut-être cultivé, moins onéreux</a:t>
            </a:r>
            <a:endParaRPr/>
          </a:p>
        </p:txBody>
      </p:sp>
      <p:sp>
        <p:nvSpPr>
          <p:cNvPr id="572" name="Google Shape;572;g25b3d1e7c70_2_11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25c2d749cc4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g25c2d749cc4_0_2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25c2d749cc4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g25c2d749cc4_0_2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25c2d749cc4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g25c2d749cc4_0_2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25c2d749cc4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g25c2d749cc4_0_2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25c2d749cc4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g25c2d749cc4_0_2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25c2d749cc4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g25c2d749cc4_0_2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25c2d749cc4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g25c2d749cc4_0_2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25c2d749cc4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g25c2d749cc4_0_2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25a632e54c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25a632e54c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25b3d1e7c70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25b3d1e7c70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25c2d749cc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25c2d749cc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25c03cacff5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25c03cacff5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25c2d749cc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25c2d749cc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25c03cacff5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25c03cacff5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25b3d1e7c70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25b3d1e7c70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25b3d1e7c70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25b3d1e7c70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25a632e54c4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25a632e54c4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25b3d1e7c70_2_1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25b3d1e7c70_2_1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25b3d1e7c70_2_1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g25b3d1e7c70_2_12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5b3d1e7c70_2_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g25b3d1e7c70_2_8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25c03cacff5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25c03cacff5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25c03cacff5_1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25c03cacff5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25c03cacff5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25c03cacff5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
        <p:nvSpPr>
          <p:cNvPr id="13" name="Google Shape;13;p2"/>
          <p:cNvSpPr/>
          <p:nvPr/>
        </p:nvSpPr>
        <p:spPr>
          <a:xfrm>
            <a:off x="1053750" y="523200"/>
            <a:ext cx="7036500" cy="4097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3700">
                <a:solidFill>
                  <a:srgbClr val="FFFFFF"/>
                </a:solidFill>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
        <p:nvSpPr>
          <p:cNvPr id="36" name="Google Shape;36;p8"/>
          <p:cNvSpPr/>
          <p:nvPr/>
        </p:nvSpPr>
        <p:spPr>
          <a:xfrm>
            <a:off x="5414100" y="17400"/>
            <a:ext cx="3729900" cy="5108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lt1"/>
              </a:high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0" name="Google Shape;40;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41" name="Google Shape;41;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8" name="Google Shape;48;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8" name="Shape 58"/>
        <p:cNvGrpSpPr/>
        <p:nvPr/>
      </p:nvGrpSpPr>
      <p:grpSpPr>
        <a:xfrm>
          <a:off x="0" y="0"/>
          <a:ext cx="0" cy="0"/>
          <a:chOff x="0" y="0"/>
          <a:chExt cx="0" cy="0"/>
        </a:xfrm>
      </p:grpSpPr>
      <p:sp>
        <p:nvSpPr>
          <p:cNvPr id="59" name="Google Shape;59;p14"/>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0" name="Google Shape;60;p14"/>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Autofit/>
          </a:bodyPr>
          <a:lstStyle>
            <a:lvl1pPr lvl="0" rtl="0" algn="ctr">
              <a:spcBef>
                <a:spcPts val="640"/>
              </a:spcBef>
              <a:spcAft>
                <a:spcPts val="0"/>
              </a:spcAft>
              <a:buClr>
                <a:srgbClr val="888888"/>
              </a:buClr>
              <a:buSzPts val="3200"/>
              <a:buNone/>
              <a:defRPr>
                <a:solidFill>
                  <a:srgbClr val="888888"/>
                </a:solidFill>
              </a:defRPr>
            </a:lvl1pPr>
            <a:lvl2pPr lvl="1" rtl="0" algn="ctr">
              <a:spcBef>
                <a:spcPts val="560"/>
              </a:spcBef>
              <a:spcAft>
                <a:spcPts val="0"/>
              </a:spcAft>
              <a:buClr>
                <a:srgbClr val="888888"/>
              </a:buClr>
              <a:buSzPts val="2800"/>
              <a:buNone/>
              <a:defRPr>
                <a:solidFill>
                  <a:srgbClr val="888888"/>
                </a:solidFill>
              </a:defRPr>
            </a:lvl2pPr>
            <a:lvl3pPr lvl="2" rtl="0" algn="ctr">
              <a:spcBef>
                <a:spcPts val="480"/>
              </a:spcBef>
              <a:spcAft>
                <a:spcPts val="0"/>
              </a:spcAft>
              <a:buClr>
                <a:srgbClr val="888888"/>
              </a:buClr>
              <a:buSzPts val="2400"/>
              <a:buNone/>
              <a:defRPr>
                <a:solidFill>
                  <a:srgbClr val="888888"/>
                </a:solidFill>
              </a:defRPr>
            </a:lvl3pPr>
            <a:lvl4pPr lvl="3" rtl="0" algn="ctr">
              <a:spcBef>
                <a:spcPts val="400"/>
              </a:spcBef>
              <a:spcAft>
                <a:spcPts val="0"/>
              </a:spcAft>
              <a:buClr>
                <a:srgbClr val="888888"/>
              </a:buClr>
              <a:buSzPts val="2000"/>
              <a:buNone/>
              <a:defRPr>
                <a:solidFill>
                  <a:srgbClr val="888888"/>
                </a:solidFill>
              </a:defRPr>
            </a:lvl4pPr>
            <a:lvl5pPr lvl="4" rtl="0" algn="ctr">
              <a:spcBef>
                <a:spcPts val="400"/>
              </a:spcBef>
              <a:spcAft>
                <a:spcPts val="0"/>
              </a:spcAft>
              <a:buClr>
                <a:srgbClr val="888888"/>
              </a:buClr>
              <a:buSzPts val="2000"/>
              <a:buNone/>
              <a:defRPr>
                <a:solidFill>
                  <a:srgbClr val="888888"/>
                </a:solidFill>
              </a:defRPr>
            </a:lvl5pPr>
            <a:lvl6pPr lvl="5" rtl="0" algn="ctr">
              <a:spcBef>
                <a:spcPts val="400"/>
              </a:spcBef>
              <a:spcAft>
                <a:spcPts val="0"/>
              </a:spcAft>
              <a:buClr>
                <a:srgbClr val="888888"/>
              </a:buClr>
              <a:buSzPts val="2000"/>
              <a:buNone/>
              <a:defRPr>
                <a:solidFill>
                  <a:srgbClr val="888888"/>
                </a:solidFill>
              </a:defRPr>
            </a:lvl6pPr>
            <a:lvl7pPr lvl="6" rtl="0" algn="ctr">
              <a:spcBef>
                <a:spcPts val="400"/>
              </a:spcBef>
              <a:spcAft>
                <a:spcPts val="0"/>
              </a:spcAft>
              <a:buClr>
                <a:srgbClr val="888888"/>
              </a:buClr>
              <a:buSzPts val="2000"/>
              <a:buNone/>
              <a:defRPr>
                <a:solidFill>
                  <a:srgbClr val="888888"/>
                </a:solidFill>
              </a:defRPr>
            </a:lvl7pPr>
            <a:lvl8pPr lvl="7" rtl="0" algn="ctr">
              <a:spcBef>
                <a:spcPts val="400"/>
              </a:spcBef>
              <a:spcAft>
                <a:spcPts val="0"/>
              </a:spcAft>
              <a:buClr>
                <a:srgbClr val="888888"/>
              </a:buClr>
              <a:buSzPts val="2000"/>
              <a:buNone/>
              <a:defRPr>
                <a:solidFill>
                  <a:srgbClr val="888888"/>
                </a:solidFill>
              </a:defRPr>
            </a:lvl8pPr>
            <a:lvl9pPr lvl="8" rtl="0" algn="ctr">
              <a:spcBef>
                <a:spcPts val="400"/>
              </a:spcBef>
              <a:spcAft>
                <a:spcPts val="0"/>
              </a:spcAft>
              <a:buClr>
                <a:srgbClr val="888888"/>
              </a:buClr>
              <a:buSzPts val="2000"/>
              <a:buNone/>
              <a:defRPr>
                <a:solidFill>
                  <a:srgbClr val="888888"/>
                </a:solidFill>
              </a:defRPr>
            </a:lvl9pPr>
          </a:lstStyle>
          <a:p/>
        </p:txBody>
      </p:sp>
      <p:sp>
        <p:nvSpPr>
          <p:cNvPr id="61" name="Google Shape;61;p1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2" name="Google Shape;62;p1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3" name="Google Shape;63;p1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rtl="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rtl="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rtl="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rtl="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rtl="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rtl="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rtl="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rtl="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6" name="Google Shape;66;p1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7" name="Google Shape;67;p1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rtl="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rtl="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rtl="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rtl="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rtl="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rtl="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rtl="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rtl="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8" name="Shape 68"/>
        <p:cNvGrpSpPr/>
        <p:nvPr/>
      </p:nvGrpSpPr>
      <p:grpSpPr>
        <a:xfrm>
          <a:off x="0" y="0"/>
          <a:ext cx="0" cy="0"/>
          <a:chOff x="0" y="0"/>
          <a:chExt cx="0" cy="0"/>
        </a:xfrm>
      </p:grpSpPr>
      <p:sp>
        <p:nvSpPr>
          <p:cNvPr id="69" name="Google Shape;69;p16"/>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0" name="Google Shape;70;p16"/>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360"/>
              </a:spcBef>
              <a:spcAft>
                <a:spcPts val="0"/>
              </a:spcAft>
              <a:buClr>
                <a:schemeClr val="dk1"/>
              </a:buClr>
              <a:buSzPts val="1800"/>
              <a:buChar char="–"/>
              <a:defRPr/>
            </a:lvl2pPr>
            <a:lvl3pPr indent="-342900" lvl="2" marL="1371600" rtl="0" algn="l">
              <a:spcBef>
                <a:spcPts val="360"/>
              </a:spcBef>
              <a:spcAft>
                <a:spcPts val="0"/>
              </a:spcAft>
              <a:buClr>
                <a:schemeClr val="dk1"/>
              </a:buClr>
              <a:buSzPts val="1800"/>
              <a:buChar char="•"/>
              <a:defRPr/>
            </a:lvl3pPr>
            <a:lvl4pPr indent="-342900" lvl="3" marL="1828800" rtl="0" algn="l">
              <a:spcBef>
                <a:spcPts val="360"/>
              </a:spcBef>
              <a:spcAft>
                <a:spcPts val="0"/>
              </a:spcAft>
              <a:buClr>
                <a:schemeClr val="dk1"/>
              </a:buClr>
              <a:buSzPts val="1800"/>
              <a:buChar char="–"/>
              <a:defRPr/>
            </a:lvl4pPr>
            <a:lvl5pPr indent="-342900" lvl="4" marL="2286000" rtl="0" algn="l">
              <a:spcBef>
                <a:spcPts val="360"/>
              </a:spcBef>
              <a:spcAft>
                <a:spcPts val="0"/>
              </a:spcAft>
              <a:buClr>
                <a:schemeClr val="dk1"/>
              </a:buClr>
              <a:buSzPts val="1800"/>
              <a:buChar char="»"/>
              <a:defRPr/>
            </a:lvl5pPr>
            <a:lvl6pPr indent="-342900" lvl="5" marL="2743200" rtl="0" algn="l">
              <a:spcBef>
                <a:spcPts val="360"/>
              </a:spcBef>
              <a:spcAft>
                <a:spcPts val="0"/>
              </a:spcAft>
              <a:buClr>
                <a:schemeClr val="dk1"/>
              </a:buClr>
              <a:buSzPts val="1800"/>
              <a:buChar char="•"/>
              <a:defRPr/>
            </a:lvl6pPr>
            <a:lvl7pPr indent="-342900" lvl="6" marL="3200400" rtl="0" algn="l">
              <a:spcBef>
                <a:spcPts val="360"/>
              </a:spcBef>
              <a:spcAft>
                <a:spcPts val="0"/>
              </a:spcAft>
              <a:buClr>
                <a:schemeClr val="dk1"/>
              </a:buClr>
              <a:buSzPts val="1800"/>
              <a:buChar char="•"/>
              <a:defRPr/>
            </a:lvl7pPr>
            <a:lvl8pPr indent="-342900" lvl="7" marL="3657600" rtl="0" algn="l">
              <a:spcBef>
                <a:spcPts val="360"/>
              </a:spcBef>
              <a:spcAft>
                <a:spcPts val="0"/>
              </a:spcAft>
              <a:buClr>
                <a:schemeClr val="dk1"/>
              </a:buClr>
              <a:buSzPts val="1800"/>
              <a:buChar char="•"/>
              <a:defRPr/>
            </a:lvl8pPr>
            <a:lvl9pPr indent="-342900" lvl="8" marL="4114800" rtl="0" algn="l">
              <a:spcBef>
                <a:spcPts val="360"/>
              </a:spcBef>
              <a:spcAft>
                <a:spcPts val="0"/>
              </a:spcAft>
              <a:buClr>
                <a:schemeClr val="dk1"/>
              </a:buClr>
              <a:buSzPts val="1800"/>
              <a:buChar char="•"/>
              <a:defRPr/>
            </a:lvl9pPr>
          </a:lstStyle>
          <a:p/>
        </p:txBody>
      </p:sp>
      <p:sp>
        <p:nvSpPr>
          <p:cNvPr id="71" name="Google Shape;71;p1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2" name="Google Shape;72;p1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3" name="Google Shape;73;p1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sz="1200">
                <a:solidFill>
                  <a:srgbClr val="888888"/>
                </a:solidFill>
                <a:latin typeface="Calibri"/>
                <a:ea typeface="Calibri"/>
                <a:cs typeface="Calibri"/>
                <a:sym typeface="Calibri"/>
              </a:defRPr>
            </a:lvl1pPr>
            <a:lvl2pPr indent="0" lvl="1" marL="0" marR="0" rtl="0" algn="r">
              <a:spcBef>
                <a:spcPts val="0"/>
              </a:spcBef>
              <a:spcAft>
                <a:spcPts val="0"/>
              </a:spcAft>
              <a:buNone/>
              <a:defRPr sz="1200">
                <a:solidFill>
                  <a:srgbClr val="888888"/>
                </a:solidFill>
                <a:latin typeface="Calibri"/>
                <a:ea typeface="Calibri"/>
                <a:cs typeface="Calibri"/>
                <a:sym typeface="Calibri"/>
              </a:defRPr>
            </a:lvl2pPr>
            <a:lvl3pPr indent="0" lvl="2" marL="0" marR="0" rtl="0" algn="r">
              <a:spcBef>
                <a:spcPts val="0"/>
              </a:spcBef>
              <a:spcAft>
                <a:spcPts val="0"/>
              </a:spcAft>
              <a:buNone/>
              <a:defRPr sz="1200">
                <a:solidFill>
                  <a:srgbClr val="888888"/>
                </a:solidFill>
                <a:latin typeface="Calibri"/>
                <a:ea typeface="Calibri"/>
                <a:cs typeface="Calibri"/>
                <a:sym typeface="Calibri"/>
              </a:defRPr>
            </a:lvl3pPr>
            <a:lvl4pPr indent="0" lvl="3" marL="0" marR="0" rtl="0" algn="r">
              <a:spcBef>
                <a:spcPts val="0"/>
              </a:spcBef>
              <a:spcAft>
                <a:spcPts val="0"/>
              </a:spcAft>
              <a:buNone/>
              <a:defRPr sz="1200">
                <a:solidFill>
                  <a:srgbClr val="888888"/>
                </a:solidFill>
                <a:latin typeface="Calibri"/>
                <a:ea typeface="Calibri"/>
                <a:cs typeface="Calibri"/>
                <a:sym typeface="Calibri"/>
              </a:defRPr>
            </a:lvl4pPr>
            <a:lvl5pPr indent="0" lvl="4" marL="0" marR="0" rtl="0" algn="r">
              <a:spcBef>
                <a:spcPts val="0"/>
              </a:spcBef>
              <a:spcAft>
                <a:spcPts val="0"/>
              </a:spcAft>
              <a:buNone/>
              <a:defRPr sz="1200">
                <a:solidFill>
                  <a:srgbClr val="888888"/>
                </a:solidFill>
                <a:latin typeface="Calibri"/>
                <a:ea typeface="Calibri"/>
                <a:cs typeface="Calibri"/>
                <a:sym typeface="Calibri"/>
              </a:defRPr>
            </a:lvl5pPr>
            <a:lvl6pPr indent="0" lvl="5" marL="0" marR="0" rtl="0" algn="r">
              <a:spcBef>
                <a:spcPts val="0"/>
              </a:spcBef>
              <a:spcAft>
                <a:spcPts val="0"/>
              </a:spcAft>
              <a:buNone/>
              <a:defRPr sz="1200">
                <a:solidFill>
                  <a:srgbClr val="888888"/>
                </a:solidFill>
                <a:latin typeface="Calibri"/>
                <a:ea typeface="Calibri"/>
                <a:cs typeface="Calibri"/>
                <a:sym typeface="Calibri"/>
              </a:defRPr>
            </a:lvl6pPr>
            <a:lvl7pPr indent="0" lvl="6" marL="0" marR="0" rtl="0" algn="r">
              <a:spcBef>
                <a:spcPts val="0"/>
              </a:spcBef>
              <a:spcAft>
                <a:spcPts val="0"/>
              </a:spcAft>
              <a:buNone/>
              <a:defRPr sz="1200">
                <a:solidFill>
                  <a:srgbClr val="888888"/>
                </a:solidFill>
                <a:latin typeface="Calibri"/>
                <a:ea typeface="Calibri"/>
                <a:cs typeface="Calibri"/>
                <a:sym typeface="Calibri"/>
              </a:defRPr>
            </a:lvl7pPr>
            <a:lvl8pPr indent="0" lvl="7" marL="0" marR="0" rtl="0" algn="r">
              <a:spcBef>
                <a:spcPts val="0"/>
              </a:spcBef>
              <a:spcAft>
                <a:spcPts val="0"/>
              </a:spcAft>
              <a:buNone/>
              <a:defRPr sz="1200">
                <a:solidFill>
                  <a:srgbClr val="888888"/>
                </a:solidFill>
                <a:latin typeface="Calibri"/>
                <a:ea typeface="Calibri"/>
                <a:cs typeface="Calibri"/>
                <a:sym typeface="Calibri"/>
              </a:defRPr>
            </a:lvl8pPr>
            <a:lvl9pPr indent="0" lvl="8" marL="0" marR="0" rtl="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4" name="Shape 74"/>
        <p:cNvGrpSpPr/>
        <p:nvPr/>
      </p:nvGrpSpPr>
      <p:grpSpPr>
        <a:xfrm>
          <a:off x="0" y="0"/>
          <a:ext cx="0" cy="0"/>
          <a:chOff x="0" y="0"/>
          <a:chExt cx="0" cy="0"/>
        </a:xfrm>
      </p:grpSpPr>
      <p:sp>
        <p:nvSpPr>
          <p:cNvPr id="75" name="Google Shape;75;p17"/>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Autofit/>
          </a:bodyPr>
          <a:lstStyle>
            <a:lvl1pPr lvl="0" rtl="0" algn="l">
              <a:spcBef>
                <a:spcPts val="0"/>
              </a:spcBef>
              <a:spcAft>
                <a:spcPts val="0"/>
              </a:spcAft>
              <a:buSzPts val="1400"/>
              <a:buNone/>
              <a:defRPr b="1" sz="4000" cap="none"/>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6" name="Google Shape;76;p17"/>
          <p:cNvSpPr txBox="1"/>
          <p:nvPr>
            <p:ph idx="1" type="body"/>
          </p:nvPr>
        </p:nvSpPr>
        <p:spPr>
          <a:xfrm>
            <a:off x="722313" y="2180035"/>
            <a:ext cx="7772400" cy="1125300"/>
          </a:xfrm>
          <a:prstGeom prst="rect">
            <a:avLst/>
          </a:prstGeom>
          <a:noFill/>
          <a:ln>
            <a:noFill/>
          </a:ln>
        </p:spPr>
        <p:txBody>
          <a:bodyPr anchorCtr="0" anchor="b" bIns="45700" lIns="91425" spcFirstLastPara="1" rIns="91425" wrap="square" tIns="45700">
            <a:noAutofit/>
          </a:bodyPr>
          <a:lstStyle>
            <a:lvl1pPr indent="-228600" lvl="0" marL="457200" rtl="0" algn="l">
              <a:spcBef>
                <a:spcPts val="400"/>
              </a:spcBef>
              <a:spcAft>
                <a:spcPts val="0"/>
              </a:spcAft>
              <a:buClr>
                <a:srgbClr val="888888"/>
              </a:buClr>
              <a:buSzPts val="2000"/>
              <a:buNone/>
              <a:defRPr sz="2000">
                <a:solidFill>
                  <a:srgbClr val="888888"/>
                </a:solidFill>
              </a:defRPr>
            </a:lvl1pPr>
            <a:lvl2pPr indent="-228600" lvl="1" marL="914400" rtl="0" algn="l">
              <a:spcBef>
                <a:spcPts val="360"/>
              </a:spcBef>
              <a:spcAft>
                <a:spcPts val="0"/>
              </a:spcAft>
              <a:buClr>
                <a:srgbClr val="888888"/>
              </a:buClr>
              <a:buSzPts val="1800"/>
              <a:buNone/>
              <a:defRPr sz="1800">
                <a:solidFill>
                  <a:srgbClr val="888888"/>
                </a:solidFill>
              </a:defRPr>
            </a:lvl2pPr>
            <a:lvl3pPr indent="-228600" lvl="2" marL="1371600" rtl="0" algn="l">
              <a:spcBef>
                <a:spcPts val="320"/>
              </a:spcBef>
              <a:spcAft>
                <a:spcPts val="0"/>
              </a:spcAft>
              <a:buClr>
                <a:srgbClr val="888888"/>
              </a:buClr>
              <a:buSzPts val="1600"/>
              <a:buNone/>
              <a:defRPr sz="1600">
                <a:solidFill>
                  <a:srgbClr val="888888"/>
                </a:solidFill>
              </a:defRPr>
            </a:lvl3pPr>
            <a:lvl4pPr indent="-228600" lvl="3" marL="1828800" rtl="0" algn="l">
              <a:spcBef>
                <a:spcPts val="280"/>
              </a:spcBef>
              <a:spcAft>
                <a:spcPts val="0"/>
              </a:spcAft>
              <a:buClr>
                <a:srgbClr val="888888"/>
              </a:buClr>
              <a:buSzPts val="1400"/>
              <a:buNone/>
              <a:defRPr sz="1400">
                <a:solidFill>
                  <a:srgbClr val="888888"/>
                </a:solidFill>
              </a:defRPr>
            </a:lvl4pPr>
            <a:lvl5pPr indent="-228600" lvl="4" marL="2286000" rtl="0" algn="l">
              <a:spcBef>
                <a:spcPts val="280"/>
              </a:spcBef>
              <a:spcAft>
                <a:spcPts val="0"/>
              </a:spcAft>
              <a:buClr>
                <a:srgbClr val="888888"/>
              </a:buClr>
              <a:buSzPts val="1400"/>
              <a:buNone/>
              <a:defRPr sz="1400">
                <a:solidFill>
                  <a:srgbClr val="888888"/>
                </a:solidFill>
              </a:defRPr>
            </a:lvl5pPr>
            <a:lvl6pPr indent="-228600" lvl="5" marL="2743200" rtl="0" algn="l">
              <a:spcBef>
                <a:spcPts val="280"/>
              </a:spcBef>
              <a:spcAft>
                <a:spcPts val="0"/>
              </a:spcAft>
              <a:buClr>
                <a:srgbClr val="888888"/>
              </a:buClr>
              <a:buSzPts val="1400"/>
              <a:buNone/>
              <a:defRPr sz="1400">
                <a:solidFill>
                  <a:srgbClr val="888888"/>
                </a:solidFill>
              </a:defRPr>
            </a:lvl6pPr>
            <a:lvl7pPr indent="-228600" lvl="6" marL="3200400" rtl="0" algn="l">
              <a:spcBef>
                <a:spcPts val="280"/>
              </a:spcBef>
              <a:spcAft>
                <a:spcPts val="0"/>
              </a:spcAft>
              <a:buClr>
                <a:srgbClr val="888888"/>
              </a:buClr>
              <a:buSzPts val="1400"/>
              <a:buNone/>
              <a:defRPr sz="1400">
                <a:solidFill>
                  <a:srgbClr val="888888"/>
                </a:solidFill>
              </a:defRPr>
            </a:lvl7pPr>
            <a:lvl8pPr indent="-228600" lvl="7" marL="3657600" rtl="0" algn="l">
              <a:spcBef>
                <a:spcPts val="280"/>
              </a:spcBef>
              <a:spcAft>
                <a:spcPts val="0"/>
              </a:spcAft>
              <a:buClr>
                <a:srgbClr val="888888"/>
              </a:buClr>
              <a:buSzPts val="1400"/>
              <a:buNone/>
              <a:defRPr sz="1400">
                <a:solidFill>
                  <a:srgbClr val="888888"/>
                </a:solidFill>
              </a:defRPr>
            </a:lvl8pPr>
            <a:lvl9pPr indent="-228600" lvl="8" marL="4114800" rtl="0" algn="l">
              <a:spcBef>
                <a:spcPts val="280"/>
              </a:spcBef>
              <a:spcAft>
                <a:spcPts val="0"/>
              </a:spcAft>
              <a:buClr>
                <a:srgbClr val="888888"/>
              </a:buClr>
              <a:buSzPts val="1400"/>
              <a:buNone/>
              <a:defRPr sz="1400">
                <a:solidFill>
                  <a:srgbClr val="888888"/>
                </a:solidFill>
              </a:defRPr>
            </a:lvl9pPr>
          </a:lstStyle>
          <a:p/>
        </p:txBody>
      </p:sp>
      <p:sp>
        <p:nvSpPr>
          <p:cNvPr id="77" name="Google Shape;77;p17"/>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8" name="Google Shape;78;p17"/>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9" name="Google Shape;79;p17"/>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sz="1200">
                <a:solidFill>
                  <a:srgbClr val="888888"/>
                </a:solidFill>
                <a:latin typeface="Calibri"/>
                <a:ea typeface="Calibri"/>
                <a:cs typeface="Calibri"/>
                <a:sym typeface="Calibri"/>
              </a:defRPr>
            </a:lvl1pPr>
            <a:lvl2pPr indent="0" lvl="1" marL="0" marR="0" rtl="0" algn="r">
              <a:spcBef>
                <a:spcPts val="0"/>
              </a:spcBef>
              <a:spcAft>
                <a:spcPts val="0"/>
              </a:spcAft>
              <a:buNone/>
              <a:defRPr sz="1200">
                <a:solidFill>
                  <a:srgbClr val="888888"/>
                </a:solidFill>
                <a:latin typeface="Calibri"/>
                <a:ea typeface="Calibri"/>
                <a:cs typeface="Calibri"/>
                <a:sym typeface="Calibri"/>
              </a:defRPr>
            </a:lvl2pPr>
            <a:lvl3pPr indent="0" lvl="2" marL="0" marR="0" rtl="0" algn="r">
              <a:spcBef>
                <a:spcPts val="0"/>
              </a:spcBef>
              <a:spcAft>
                <a:spcPts val="0"/>
              </a:spcAft>
              <a:buNone/>
              <a:defRPr sz="1200">
                <a:solidFill>
                  <a:srgbClr val="888888"/>
                </a:solidFill>
                <a:latin typeface="Calibri"/>
                <a:ea typeface="Calibri"/>
                <a:cs typeface="Calibri"/>
                <a:sym typeface="Calibri"/>
              </a:defRPr>
            </a:lvl3pPr>
            <a:lvl4pPr indent="0" lvl="3" marL="0" marR="0" rtl="0" algn="r">
              <a:spcBef>
                <a:spcPts val="0"/>
              </a:spcBef>
              <a:spcAft>
                <a:spcPts val="0"/>
              </a:spcAft>
              <a:buNone/>
              <a:defRPr sz="1200">
                <a:solidFill>
                  <a:srgbClr val="888888"/>
                </a:solidFill>
                <a:latin typeface="Calibri"/>
                <a:ea typeface="Calibri"/>
                <a:cs typeface="Calibri"/>
                <a:sym typeface="Calibri"/>
              </a:defRPr>
            </a:lvl4pPr>
            <a:lvl5pPr indent="0" lvl="4" marL="0" marR="0" rtl="0" algn="r">
              <a:spcBef>
                <a:spcPts val="0"/>
              </a:spcBef>
              <a:spcAft>
                <a:spcPts val="0"/>
              </a:spcAft>
              <a:buNone/>
              <a:defRPr sz="1200">
                <a:solidFill>
                  <a:srgbClr val="888888"/>
                </a:solidFill>
                <a:latin typeface="Calibri"/>
                <a:ea typeface="Calibri"/>
                <a:cs typeface="Calibri"/>
                <a:sym typeface="Calibri"/>
              </a:defRPr>
            </a:lvl5pPr>
            <a:lvl6pPr indent="0" lvl="5" marL="0" marR="0" rtl="0" algn="r">
              <a:spcBef>
                <a:spcPts val="0"/>
              </a:spcBef>
              <a:spcAft>
                <a:spcPts val="0"/>
              </a:spcAft>
              <a:buNone/>
              <a:defRPr sz="1200">
                <a:solidFill>
                  <a:srgbClr val="888888"/>
                </a:solidFill>
                <a:latin typeface="Calibri"/>
                <a:ea typeface="Calibri"/>
                <a:cs typeface="Calibri"/>
                <a:sym typeface="Calibri"/>
              </a:defRPr>
            </a:lvl6pPr>
            <a:lvl7pPr indent="0" lvl="6" marL="0" marR="0" rtl="0" algn="r">
              <a:spcBef>
                <a:spcPts val="0"/>
              </a:spcBef>
              <a:spcAft>
                <a:spcPts val="0"/>
              </a:spcAft>
              <a:buNone/>
              <a:defRPr sz="1200">
                <a:solidFill>
                  <a:srgbClr val="888888"/>
                </a:solidFill>
                <a:latin typeface="Calibri"/>
                <a:ea typeface="Calibri"/>
                <a:cs typeface="Calibri"/>
                <a:sym typeface="Calibri"/>
              </a:defRPr>
            </a:lvl7pPr>
            <a:lvl8pPr indent="0" lvl="7" marL="0" marR="0" rtl="0" algn="r">
              <a:spcBef>
                <a:spcPts val="0"/>
              </a:spcBef>
              <a:spcAft>
                <a:spcPts val="0"/>
              </a:spcAft>
              <a:buNone/>
              <a:defRPr sz="1200">
                <a:solidFill>
                  <a:srgbClr val="888888"/>
                </a:solidFill>
                <a:latin typeface="Calibri"/>
                <a:ea typeface="Calibri"/>
                <a:cs typeface="Calibri"/>
                <a:sym typeface="Calibri"/>
              </a:defRPr>
            </a:lvl8pPr>
            <a:lvl9pPr indent="0" lvl="8" marL="0" marR="0" rtl="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0" name="Shape 80"/>
        <p:cNvGrpSpPr/>
        <p:nvPr/>
      </p:nvGrpSpPr>
      <p:grpSpPr>
        <a:xfrm>
          <a:off x="0" y="0"/>
          <a:ext cx="0" cy="0"/>
          <a:chOff x="0" y="0"/>
          <a:chExt cx="0" cy="0"/>
        </a:xfrm>
      </p:grpSpPr>
      <p:sp>
        <p:nvSpPr>
          <p:cNvPr id="81" name="Google Shape;81;p18"/>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2" name="Google Shape;82;p18"/>
          <p:cNvSpPr txBox="1"/>
          <p:nvPr>
            <p:ph idx="1" type="body"/>
          </p:nvPr>
        </p:nvSpPr>
        <p:spPr>
          <a:xfrm>
            <a:off x="457200" y="1200150"/>
            <a:ext cx="4038600" cy="3394500"/>
          </a:xfrm>
          <a:prstGeom prst="rect">
            <a:avLst/>
          </a:prstGeom>
          <a:noFill/>
          <a:ln>
            <a:noFill/>
          </a:ln>
        </p:spPr>
        <p:txBody>
          <a:bodyPr anchorCtr="0" anchor="t" bIns="45700" lIns="91425" spcFirstLastPara="1" rIns="91425" wrap="square" tIns="45700">
            <a:noAutofit/>
          </a:bodyPr>
          <a:lstStyle>
            <a:lvl1pPr indent="-406400" lvl="0" marL="457200" rtl="0" algn="l">
              <a:spcBef>
                <a:spcPts val="560"/>
              </a:spcBef>
              <a:spcAft>
                <a:spcPts val="0"/>
              </a:spcAft>
              <a:buClr>
                <a:schemeClr val="dk1"/>
              </a:buClr>
              <a:buSzPts val="2800"/>
              <a:buChar char="•"/>
              <a:defRPr sz="2800"/>
            </a:lvl1pPr>
            <a:lvl2pPr indent="-381000" lvl="1" marL="914400" rtl="0" algn="l">
              <a:spcBef>
                <a:spcPts val="480"/>
              </a:spcBef>
              <a:spcAft>
                <a:spcPts val="0"/>
              </a:spcAft>
              <a:buClr>
                <a:schemeClr val="dk1"/>
              </a:buClr>
              <a:buSzPts val="2400"/>
              <a:buChar char="–"/>
              <a:defRPr sz="2400"/>
            </a:lvl2pPr>
            <a:lvl3pPr indent="-355600" lvl="2" marL="1371600" rtl="0" algn="l">
              <a:spcBef>
                <a:spcPts val="400"/>
              </a:spcBef>
              <a:spcAft>
                <a:spcPts val="0"/>
              </a:spcAft>
              <a:buClr>
                <a:schemeClr val="dk1"/>
              </a:buClr>
              <a:buSzPts val="2000"/>
              <a:buChar char="•"/>
              <a:defRPr sz="2000"/>
            </a:lvl3pPr>
            <a:lvl4pPr indent="-342900" lvl="3" marL="1828800" rtl="0" algn="l">
              <a:spcBef>
                <a:spcPts val="360"/>
              </a:spcBef>
              <a:spcAft>
                <a:spcPts val="0"/>
              </a:spcAft>
              <a:buClr>
                <a:schemeClr val="dk1"/>
              </a:buClr>
              <a:buSzPts val="1800"/>
              <a:buChar char="–"/>
              <a:defRPr sz="1800"/>
            </a:lvl4pPr>
            <a:lvl5pPr indent="-342900" lvl="4" marL="2286000" rtl="0" algn="l">
              <a:spcBef>
                <a:spcPts val="360"/>
              </a:spcBef>
              <a:spcAft>
                <a:spcPts val="0"/>
              </a:spcAft>
              <a:buClr>
                <a:schemeClr val="dk1"/>
              </a:buClr>
              <a:buSzPts val="1800"/>
              <a:buChar char="»"/>
              <a:defRPr sz="1800"/>
            </a:lvl5pPr>
            <a:lvl6pPr indent="-342900" lvl="5" marL="2743200" rtl="0" algn="l">
              <a:spcBef>
                <a:spcPts val="360"/>
              </a:spcBef>
              <a:spcAft>
                <a:spcPts val="0"/>
              </a:spcAft>
              <a:buClr>
                <a:schemeClr val="dk1"/>
              </a:buClr>
              <a:buSzPts val="1800"/>
              <a:buChar char="•"/>
              <a:defRPr sz="1800"/>
            </a:lvl6pPr>
            <a:lvl7pPr indent="-342900" lvl="6" marL="3200400" rtl="0" algn="l">
              <a:spcBef>
                <a:spcPts val="360"/>
              </a:spcBef>
              <a:spcAft>
                <a:spcPts val="0"/>
              </a:spcAft>
              <a:buClr>
                <a:schemeClr val="dk1"/>
              </a:buClr>
              <a:buSzPts val="1800"/>
              <a:buChar char="•"/>
              <a:defRPr sz="1800"/>
            </a:lvl7pPr>
            <a:lvl8pPr indent="-342900" lvl="7" marL="3657600" rtl="0" algn="l">
              <a:spcBef>
                <a:spcPts val="360"/>
              </a:spcBef>
              <a:spcAft>
                <a:spcPts val="0"/>
              </a:spcAft>
              <a:buClr>
                <a:schemeClr val="dk1"/>
              </a:buClr>
              <a:buSzPts val="1800"/>
              <a:buChar char="•"/>
              <a:defRPr sz="1800"/>
            </a:lvl8pPr>
            <a:lvl9pPr indent="-342900" lvl="8" marL="4114800" rtl="0" algn="l">
              <a:spcBef>
                <a:spcPts val="360"/>
              </a:spcBef>
              <a:spcAft>
                <a:spcPts val="0"/>
              </a:spcAft>
              <a:buClr>
                <a:schemeClr val="dk1"/>
              </a:buClr>
              <a:buSzPts val="1800"/>
              <a:buChar char="•"/>
              <a:defRPr sz="1800"/>
            </a:lvl9pPr>
          </a:lstStyle>
          <a:p/>
        </p:txBody>
      </p:sp>
      <p:sp>
        <p:nvSpPr>
          <p:cNvPr id="83" name="Google Shape;83;p18"/>
          <p:cNvSpPr txBox="1"/>
          <p:nvPr>
            <p:ph idx="2" type="body"/>
          </p:nvPr>
        </p:nvSpPr>
        <p:spPr>
          <a:xfrm>
            <a:off x="4648200" y="1200150"/>
            <a:ext cx="4038600" cy="3394500"/>
          </a:xfrm>
          <a:prstGeom prst="rect">
            <a:avLst/>
          </a:prstGeom>
          <a:noFill/>
          <a:ln>
            <a:noFill/>
          </a:ln>
        </p:spPr>
        <p:txBody>
          <a:bodyPr anchorCtr="0" anchor="t" bIns="45700" lIns="91425" spcFirstLastPara="1" rIns="91425" wrap="square" tIns="45700">
            <a:noAutofit/>
          </a:bodyPr>
          <a:lstStyle>
            <a:lvl1pPr indent="-406400" lvl="0" marL="457200" rtl="0" algn="l">
              <a:spcBef>
                <a:spcPts val="560"/>
              </a:spcBef>
              <a:spcAft>
                <a:spcPts val="0"/>
              </a:spcAft>
              <a:buClr>
                <a:schemeClr val="dk1"/>
              </a:buClr>
              <a:buSzPts val="2800"/>
              <a:buChar char="•"/>
              <a:defRPr sz="2800"/>
            </a:lvl1pPr>
            <a:lvl2pPr indent="-381000" lvl="1" marL="914400" rtl="0" algn="l">
              <a:spcBef>
                <a:spcPts val="480"/>
              </a:spcBef>
              <a:spcAft>
                <a:spcPts val="0"/>
              </a:spcAft>
              <a:buClr>
                <a:schemeClr val="dk1"/>
              </a:buClr>
              <a:buSzPts val="2400"/>
              <a:buChar char="–"/>
              <a:defRPr sz="2400"/>
            </a:lvl2pPr>
            <a:lvl3pPr indent="-355600" lvl="2" marL="1371600" rtl="0" algn="l">
              <a:spcBef>
                <a:spcPts val="400"/>
              </a:spcBef>
              <a:spcAft>
                <a:spcPts val="0"/>
              </a:spcAft>
              <a:buClr>
                <a:schemeClr val="dk1"/>
              </a:buClr>
              <a:buSzPts val="2000"/>
              <a:buChar char="•"/>
              <a:defRPr sz="2000"/>
            </a:lvl3pPr>
            <a:lvl4pPr indent="-342900" lvl="3" marL="1828800" rtl="0" algn="l">
              <a:spcBef>
                <a:spcPts val="360"/>
              </a:spcBef>
              <a:spcAft>
                <a:spcPts val="0"/>
              </a:spcAft>
              <a:buClr>
                <a:schemeClr val="dk1"/>
              </a:buClr>
              <a:buSzPts val="1800"/>
              <a:buChar char="–"/>
              <a:defRPr sz="1800"/>
            </a:lvl4pPr>
            <a:lvl5pPr indent="-342900" lvl="4" marL="2286000" rtl="0" algn="l">
              <a:spcBef>
                <a:spcPts val="360"/>
              </a:spcBef>
              <a:spcAft>
                <a:spcPts val="0"/>
              </a:spcAft>
              <a:buClr>
                <a:schemeClr val="dk1"/>
              </a:buClr>
              <a:buSzPts val="1800"/>
              <a:buChar char="»"/>
              <a:defRPr sz="1800"/>
            </a:lvl5pPr>
            <a:lvl6pPr indent="-342900" lvl="5" marL="2743200" rtl="0" algn="l">
              <a:spcBef>
                <a:spcPts val="360"/>
              </a:spcBef>
              <a:spcAft>
                <a:spcPts val="0"/>
              </a:spcAft>
              <a:buClr>
                <a:schemeClr val="dk1"/>
              </a:buClr>
              <a:buSzPts val="1800"/>
              <a:buChar char="•"/>
              <a:defRPr sz="1800"/>
            </a:lvl6pPr>
            <a:lvl7pPr indent="-342900" lvl="6" marL="3200400" rtl="0" algn="l">
              <a:spcBef>
                <a:spcPts val="360"/>
              </a:spcBef>
              <a:spcAft>
                <a:spcPts val="0"/>
              </a:spcAft>
              <a:buClr>
                <a:schemeClr val="dk1"/>
              </a:buClr>
              <a:buSzPts val="1800"/>
              <a:buChar char="•"/>
              <a:defRPr sz="1800"/>
            </a:lvl7pPr>
            <a:lvl8pPr indent="-342900" lvl="7" marL="3657600" rtl="0" algn="l">
              <a:spcBef>
                <a:spcPts val="360"/>
              </a:spcBef>
              <a:spcAft>
                <a:spcPts val="0"/>
              </a:spcAft>
              <a:buClr>
                <a:schemeClr val="dk1"/>
              </a:buClr>
              <a:buSzPts val="1800"/>
              <a:buChar char="•"/>
              <a:defRPr sz="1800"/>
            </a:lvl8pPr>
            <a:lvl9pPr indent="-342900" lvl="8" marL="4114800" rtl="0" algn="l">
              <a:spcBef>
                <a:spcPts val="360"/>
              </a:spcBef>
              <a:spcAft>
                <a:spcPts val="0"/>
              </a:spcAft>
              <a:buClr>
                <a:schemeClr val="dk1"/>
              </a:buClr>
              <a:buSzPts val="1800"/>
              <a:buChar char="•"/>
              <a:defRPr sz="1800"/>
            </a:lvl9pPr>
          </a:lstStyle>
          <a:p/>
        </p:txBody>
      </p:sp>
      <p:sp>
        <p:nvSpPr>
          <p:cNvPr id="84" name="Google Shape;84;p18"/>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5" name="Google Shape;85;p18"/>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6" name="Google Shape;86;p18"/>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sz="1200">
                <a:solidFill>
                  <a:srgbClr val="888888"/>
                </a:solidFill>
                <a:latin typeface="Calibri"/>
                <a:ea typeface="Calibri"/>
                <a:cs typeface="Calibri"/>
                <a:sym typeface="Calibri"/>
              </a:defRPr>
            </a:lvl1pPr>
            <a:lvl2pPr indent="0" lvl="1" marL="0" marR="0" rtl="0" algn="r">
              <a:spcBef>
                <a:spcPts val="0"/>
              </a:spcBef>
              <a:spcAft>
                <a:spcPts val="0"/>
              </a:spcAft>
              <a:buNone/>
              <a:defRPr sz="1200">
                <a:solidFill>
                  <a:srgbClr val="888888"/>
                </a:solidFill>
                <a:latin typeface="Calibri"/>
                <a:ea typeface="Calibri"/>
                <a:cs typeface="Calibri"/>
                <a:sym typeface="Calibri"/>
              </a:defRPr>
            </a:lvl2pPr>
            <a:lvl3pPr indent="0" lvl="2" marL="0" marR="0" rtl="0" algn="r">
              <a:spcBef>
                <a:spcPts val="0"/>
              </a:spcBef>
              <a:spcAft>
                <a:spcPts val="0"/>
              </a:spcAft>
              <a:buNone/>
              <a:defRPr sz="1200">
                <a:solidFill>
                  <a:srgbClr val="888888"/>
                </a:solidFill>
                <a:latin typeface="Calibri"/>
                <a:ea typeface="Calibri"/>
                <a:cs typeface="Calibri"/>
                <a:sym typeface="Calibri"/>
              </a:defRPr>
            </a:lvl3pPr>
            <a:lvl4pPr indent="0" lvl="3" marL="0" marR="0" rtl="0" algn="r">
              <a:spcBef>
                <a:spcPts val="0"/>
              </a:spcBef>
              <a:spcAft>
                <a:spcPts val="0"/>
              </a:spcAft>
              <a:buNone/>
              <a:defRPr sz="1200">
                <a:solidFill>
                  <a:srgbClr val="888888"/>
                </a:solidFill>
                <a:latin typeface="Calibri"/>
                <a:ea typeface="Calibri"/>
                <a:cs typeface="Calibri"/>
                <a:sym typeface="Calibri"/>
              </a:defRPr>
            </a:lvl4pPr>
            <a:lvl5pPr indent="0" lvl="4" marL="0" marR="0" rtl="0" algn="r">
              <a:spcBef>
                <a:spcPts val="0"/>
              </a:spcBef>
              <a:spcAft>
                <a:spcPts val="0"/>
              </a:spcAft>
              <a:buNone/>
              <a:defRPr sz="1200">
                <a:solidFill>
                  <a:srgbClr val="888888"/>
                </a:solidFill>
                <a:latin typeface="Calibri"/>
                <a:ea typeface="Calibri"/>
                <a:cs typeface="Calibri"/>
                <a:sym typeface="Calibri"/>
              </a:defRPr>
            </a:lvl5pPr>
            <a:lvl6pPr indent="0" lvl="5" marL="0" marR="0" rtl="0" algn="r">
              <a:spcBef>
                <a:spcPts val="0"/>
              </a:spcBef>
              <a:spcAft>
                <a:spcPts val="0"/>
              </a:spcAft>
              <a:buNone/>
              <a:defRPr sz="1200">
                <a:solidFill>
                  <a:srgbClr val="888888"/>
                </a:solidFill>
                <a:latin typeface="Calibri"/>
                <a:ea typeface="Calibri"/>
                <a:cs typeface="Calibri"/>
                <a:sym typeface="Calibri"/>
              </a:defRPr>
            </a:lvl6pPr>
            <a:lvl7pPr indent="0" lvl="6" marL="0" marR="0" rtl="0" algn="r">
              <a:spcBef>
                <a:spcPts val="0"/>
              </a:spcBef>
              <a:spcAft>
                <a:spcPts val="0"/>
              </a:spcAft>
              <a:buNone/>
              <a:defRPr sz="1200">
                <a:solidFill>
                  <a:srgbClr val="888888"/>
                </a:solidFill>
                <a:latin typeface="Calibri"/>
                <a:ea typeface="Calibri"/>
                <a:cs typeface="Calibri"/>
                <a:sym typeface="Calibri"/>
              </a:defRPr>
            </a:lvl7pPr>
            <a:lvl8pPr indent="0" lvl="7" marL="0" marR="0" rtl="0" algn="r">
              <a:spcBef>
                <a:spcPts val="0"/>
              </a:spcBef>
              <a:spcAft>
                <a:spcPts val="0"/>
              </a:spcAft>
              <a:buNone/>
              <a:defRPr sz="1200">
                <a:solidFill>
                  <a:srgbClr val="888888"/>
                </a:solidFill>
                <a:latin typeface="Calibri"/>
                <a:ea typeface="Calibri"/>
                <a:cs typeface="Calibri"/>
                <a:sym typeface="Calibri"/>
              </a:defRPr>
            </a:lvl8pPr>
            <a:lvl9pPr indent="0" lvl="8" marL="0" marR="0" rtl="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7" name="Shape 87"/>
        <p:cNvGrpSpPr/>
        <p:nvPr/>
      </p:nvGrpSpPr>
      <p:grpSpPr>
        <a:xfrm>
          <a:off x="0" y="0"/>
          <a:ext cx="0" cy="0"/>
          <a:chOff x="0" y="0"/>
          <a:chExt cx="0" cy="0"/>
        </a:xfrm>
      </p:grpSpPr>
      <p:sp>
        <p:nvSpPr>
          <p:cNvPr id="88" name="Google Shape;88;p19"/>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9" name="Google Shape;89;p19"/>
          <p:cNvSpPr txBox="1"/>
          <p:nvPr>
            <p:ph idx="1" type="body"/>
          </p:nvPr>
        </p:nvSpPr>
        <p:spPr>
          <a:xfrm>
            <a:off x="457200" y="1151335"/>
            <a:ext cx="4040100" cy="480000"/>
          </a:xfrm>
          <a:prstGeom prst="rect">
            <a:avLst/>
          </a:prstGeom>
          <a:noFill/>
          <a:ln>
            <a:noFill/>
          </a:ln>
        </p:spPr>
        <p:txBody>
          <a:bodyPr anchorCtr="0" anchor="b" bIns="45700" lIns="91425" spcFirstLastPara="1" rIns="91425" wrap="square" tIns="45700">
            <a:noAutofit/>
          </a:bodyPr>
          <a:lstStyle>
            <a:lvl1pPr indent="-228600" lvl="0" marL="457200" rtl="0" algn="l">
              <a:spcBef>
                <a:spcPts val="480"/>
              </a:spcBef>
              <a:spcAft>
                <a:spcPts val="0"/>
              </a:spcAft>
              <a:buClr>
                <a:schemeClr val="dk1"/>
              </a:buClr>
              <a:buSzPts val="2400"/>
              <a:buNone/>
              <a:defRPr b="1" sz="2400"/>
            </a:lvl1pPr>
            <a:lvl2pPr indent="-228600" lvl="1" marL="914400" rtl="0" algn="l">
              <a:spcBef>
                <a:spcPts val="400"/>
              </a:spcBef>
              <a:spcAft>
                <a:spcPts val="0"/>
              </a:spcAft>
              <a:buClr>
                <a:schemeClr val="dk1"/>
              </a:buClr>
              <a:buSzPts val="2000"/>
              <a:buNone/>
              <a:defRPr b="1" sz="2000"/>
            </a:lvl2pPr>
            <a:lvl3pPr indent="-228600" lvl="2" marL="1371600" rtl="0" algn="l">
              <a:spcBef>
                <a:spcPts val="360"/>
              </a:spcBef>
              <a:spcAft>
                <a:spcPts val="0"/>
              </a:spcAft>
              <a:buClr>
                <a:schemeClr val="dk1"/>
              </a:buClr>
              <a:buSzPts val="1800"/>
              <a:buNone/>
              <a:defRPr b="1" sz="1800"/>
            </a:lvl3pPr>
            <a:lvl4pPr indent="-228600" lvl="3" marL="1828800" rtl="0" algn="l">
              <a:spcBef>
                <a:spcPts val="320"/>
              </a:spcBef>
              <a:spcAft>
                <a:spcPts val="0"/>
              </a:spcAft>
              <a:buClr>
                <a:schemeClr val="dk1"/>
              </a:buClr>
              <a:buSzPts val="1600"/>
              <a:buNone/>
              <a:defRPr b="1" sz="1600"/>
            </a:lvl4pPr>
            <a:lvl5pPr indent="-228600" lvl="4" marL="2286000" rtl="0" algn="l">
              <a:spcBef>
                <a:spcPts val="320"/>
              </a:spcBef>
              <a:spcAft>
                <a:spcPts val="0"/>
              </a:spcAft>
              <a:buClr>
                <a:schemeClr val="dk1"/>
              </a:buClr>
              <a:buSzPts val="1600"/>
              <a:buNone/>
              <a:defRPr b="1" sz="1600"/>
            </a:lvl5pPr>
            <a:lvl6pPr indent="-228600" lvl="5" marL="2743200" rtl="0" algn="l">
              <a:spcBef>
                <a:spcPts val="320"/>
              </a:spcBef>
              <a:spcAft>
                <a:spcPts val="0"/>
              </a:spcAft>
              <a:buClr>
                <a:schemeClr val="dk1"/>
              </a:buClr>
              <a:buSzPts val="1600"/>
              <a:buNone/>
              <a:defRPr b="1" sz="1600"/>
            </a:lvl6pPr>
            <a:lvl7pPr indent="-228600" lvl="6" marL="3200400" rtl="0" algn="l">
              <a:spcBef>
                <a:spcPts val="320"/>
              </a:spcBef>
              <a:spcAft>
                <a:spcPts val="0"/>
              </a:spcAft>
              <a:buClr>
                <a:schemeClr val="dk1"/>
              </a:buClr>
              <a:buSzPts val="1600"/>
              <a:buNone/>
              <a:defRPr b="1" sz="1600"/>
            </a:lvl7pPr>
            <a:lvl8pPr indent="-228600" lvl="7" marL="3657600" rtl="0" algn="l">
              <a:spcBef>
                <a:spcPts val="320"/>
              </a:spcBef>
              <a:spcAft>
                <a:spcPts val="0"/>
              </a:spcAft>
              <a:buClr>
                <a:schemeClr val="dk1"/>
              </a:buClr>
              <a:buSzPts val="1600"/>
              <a:buNone/>
              <a:defRPr b="1" sz="1600"/>
            </a:lvl8pPr>
            <a:lvl9pPr indent="-228600" lvl="8" marL="4114800" rtl="0" algn="l">
              <a:spcBef>
                <a:spcPts val="320"/>
              </a:spcBef>
              <a:spcAft>
                <a:spcPts val="0"/>
              </a:spcAft>
              <a:buClr>
                <a:schemeClr val="dk1"/>
              </a:buClr>
              <a:buSzPts val="1600"/>
              <a:buNone/>
              <a:defRPr b="1" sz="1600"/>
            </a:lvl9pPr>
          </a:lstStyle>
          <a:p/>
        </p:txBody>
      </p:sp>
      <p:sp>
        <p:nvSpPr>
          <p:cNvPr id="90" name="Google Shape;90;p19"/>
          <p:cNvSpPr txBox="1"/>
          <p:nvPr>
            <p:ph idx="2" type="body"/>
          </p:nvPr>
        </p:nvSpPr>
        <p:spPr>
          <a:xfrm>
            <a:off x="457200" y="1631156"/>
            <a:ext cx="4040100" cy="2963400"/>
          </a:xfrm>
          <a:prstGeom prst="rect">
            <a:avLst/>
          </a:prstGeom>
          <a:noFill/>
          <a:ln>
            <a:noFill/>
          </a:ln>
        </p:spPr>
        <p:txBody>
          <a:bodyPr anchorCtr="0" anchor="t" bIns="45700" lIns="91425" spcFirstLastPara="1" rIns="91425" wrap="square" tIns="45700">
            <a:noAutofit/>
          </a:bodyPr>
          <a:lstStyle>
            <a:lvl1pPr indent="-381000" lvl="0" marL="457200" rtl="0" algn="l">
              <a:spcBef>
                <a:spcPts val="480"/>
              </a:spcBef>
              <a:spcAft>
                <a:spcPts val="0"/>
              </a:spcAft>
              <a:buClr>
                <a:schemeClr val="dk1"/>
              </a:buClr>
              <a:buSzPts val="2400"/>
              <a:buChar char="•"/>
              <a:defRPr sz="2400"/>
            </a:lvl1pPr>
            <a:lvl2pPr indent="-355600" lvl="1" marL="914400" rtl="0" algn="l">
              <a:spcBef>
                <a:spcPts val="400"/>
              </a:spcBef>
              <a:spcAft>
                <a:spcPts val="0"/>
              </a:spcAft>
              <a:buClr>
                <a:schemeClr val="dk1"/>
              </a:buClr>
              <a:buSzPts val="2000"/>
              <a:buChar char="–"/>
              <a:defRPr sz="2000"/>
            </a:lvl2pPr>
            <a:lvl3pPr indent="-342900" lvl="2" marL="1371600" rtl="0" algn="l">
              <a:spcBef>
                <a:spcPts val="360"/>
              </a:spcBef>
              <a:spcAft>
                <a:spcPts val="0"/>
              </a:spcAft>
              <a:buClr>
                <a:schemeClr val="dk1"/>
              </a:buClr>
              <a:buSzPts val="1800"/>
              <a:buChar char="•"/>
              <a:defRPr sz="1800"/>
            </a:lvl3pPr>
            <a:lvl4pPr indent="-330200" lvl="3" marL="1828800" rtl="0" algn="l">
              <a:spcBef>
                <a:spcPts val="320"/>
              </a:spcBef>
              <a:spcAft>
                <a:spcPts val="0"/>
              </a:spcAft>
              <a:buClr>
                <a:schemeClr val="dk1"/>
              </a:buClr>
              <a:buSzPts val="1600"/>
              <a:buChar char="–"/>
              <a:defRPr sz="1600"/>
            </a:lvl4pPr>
            <a:lvl5pPr indent="-330200" lvl="4" marL="2286000" rtl="0" algn="l">
              <a:spcBef>
                <a:spcPts val="320"/>
              </a:spcBef>
              <a:spcAft>
                <a:spcPts val="0"/>
              </a:spcAft>
              <a:buClr>
                <a:schemeClr val="dk1"/>
              </a:buClr>
              <a:buSzPts val="1600"/>
              <a:buChar char="»"/>
              <a:defRPr sz="1600"/>
            </a:lvl5pPr>
            <a:lvl6pPr indent="-330200" lvl="5" marL="2743200" rtl="0" algn="l">
              <a:spcBef>
                <a:spcPts val="320"/>
              </a:spcBef>
              <a:spcAft>
                <a:spcPts val="0"/>
              </a:spcAft>
              <a:buClr>
                <a:schemeClr val="dk1"/>
              </a:buClr>
              <a:buSzPts val="1600"/>
              <a:buChar char="•"/>
              <a:defRPr sz="1600"/>
            </a:lvl6pPr>
            <a:lvl7pPr indent="-330200" lvl="6" marL="3200400" rtl="0" algn="l">
              <a:spcBef>
                <a:spcPts val="320"/>
              </a:spcBef>
              <a:spcAft>
                <a:spcPts val="0"/>
              </a:spcAft>
              <a:buClr>
                <a:schemeClr val="dk1"/>
              </a:buClr>
              <a:buSzPts val="1600"/>
              <a:buChar char="•"/>
              <a:defRPr sz="1600"/>
            </a:lvl7pPr>
            <a:lvl8pPr indent="-330200" lvl="7" marL="3657600" rtl="0" algn="l">
              <a:spcBef>
                <a:spcPts val="320"/>
              </a:spcBef>
              <a:spcAft>
                <a:spcPts val="0"/>
              </a:spcAft>
              <a:buClr>
                <a:schemeClr val="dk1"/>
              </a:buClr>
              <a:buSzPts val="1600"/>
              <a:buChar char="•"/>
              <a:defRPr sz="1600"/>
            </a:lvl8pPr>
            <a:lvl9pPr indent="-330200" lvl="8" marL="4114800" rtl="0" algn="l">
              <a:spcBef>
                <a:spcPts val="320"/>
              </a:spcBef>
              <a:spcAft>
                <a:spcPts val="0"/>
              </a:spcAft>
              <a:buClr>
                <a:schemeClr val="dk1"/>
              </a:buClr>
              <a:buSzPts val="1600"/>
              <a:buChar char="•"/>
              <a:defRPr sz="1600"/>
            </a:lvl9pPr>
          </a:lstStyle>
          <a:p/>
        </p:txBody>
      </p:sp>
      <p:sp>
        <p:nvSpPr>
          <p:cNvPr id="91" name="Google Shape;91;p19"/>
          <p:cNvSpPr txBox="1"/>
          <p:nvPr>
            <p:ph idx="3" type="body"/>
          </p:nvPr>
        </p:nvSpPr>
        <p:spPr>
          <a:xfrm>
            <a:off x="4645025" y="1151335"/>
            <a:ext cx="4041900" cy="480000"/>
          </a:xfrm>
          <a:prstGeom prst="rect">
            <a:avLst/>
          </a:prstGeom>
          <a:noFill/>
          <a:ln>
            <a:noFill/>
          </a:ln>
        </p:spPr>
        <p:txBody>
          <a:bodyPr anchorCtr="0" anchor="b" bIns="45700" lIns="91425" spcFirstLastPara="1" rIns="91425" wrap="square" tIns="45700">
            <a:noAutofit/>
          </a:bodyPr>
          <a:lstStyle>
            <a:lvl1pPr indent="-228600" lvl="0" marL="457200" rtl="0" algn="l">
              <a:spcBef>
                <a:spcPts val="480"/>
              </a:spcBef>
              <a:spcAft>
                <a:spcPts val="0"/>
              </a:spcAft>
              <a:buClr>
                <a:schemeClr val="dk1"/>
              </a:buClr>
              <a:buSzPts val="2400"/>
              <a:buNone/>
              <a:defRPr b="1" sz="2400"/>
            </a:lvl1pPr>
            <a:lvl2pPr indent="-228600" lvl="1" marL="914400" rtl="0" algn="l">
              <a:spcBef>
                <a:spcPts val="400"/>
              </a:spcBef>
              <a:spcAft>
                <a:spcPts val="0"/>
              </a:spcAft>
              <a:buClr>
                <a:schemeClr val="dk1"/>
              </a:buClr>
              <a:buSzPts val="2000"/>
              <a:buNone/>
              <a:defRPr b="1" sz="2000"/>
            </a:lvl2pPr>
            <a:lvl3pPr indent="-228600" lvl="2" marL="1371600" rtl="0" algn="l">
              <a:spcBef>
                <a:spcPts val="360"/>
              </a:spcBef>
              <a:spcAft>
                <a:spcPts val="0"/>
              </a:spcAft>
              <a:buClr>
                <a:schemeClr val="dk1"/>
              </a:buClr>
              <a:buSzPts val="1800"/>
              <a:buNone/>
              <a:defRPr b="1" sz="1800"/>
            </a:lvl3pPr>
            <a:lvl4pPr indent="-228600" lvl="3" marL="1828800" rtl="0" algn="l">
              <a:spcBef>
                <a:spcPts val="320"/>
              </a:spcBef>
              <a:spcAft>
                <a:spcPts val="0"/>
              </a:spcAft>
              <a:buClr>
                <a:schemeClr val="dk1"/>
              </a:buClr>
              <a:buSzPts val="1600"/>
              <a:buNone/>
              <a:defRPr b="1" sz="1600"/>
            </a:lvl4pPr>
            <a:lvl5pPr indent="-228600" lvl="4" marL="2286000" rtl="0" algn="l">
              <a:spcBef>
                <a:spcPts val="320"/>
              </a:spcBef>
              <a:spcAft>
                <a:spcPts val="0"/>
              </a:spcAft>
              <a:buClr>
                <a:schemeClr val="dk1"/>
              </a:buClr>
              <a:buSzPts val="1600"/>
              <a:buNone/>
              <a:defRPr b="1" sz="1600"/>
            </a:lvl5pPr>
            <a:lvl6pPr indent="-228600" lvl="5" marL="2743200" rtl="0" algn="l">
              <a:spcBef>
                <a:spcPts val="320"/>
              </a:spcBef>
              <a:spcAft>
                <a:spcPts val="0"/>
              </a:spcAft>
              <a:buClr>
                <a:schemeClr val="dk1"/>
              </a:buClr>
              <a:buSzPts val="1600"/>
              <a:buNone/>
              <a:defRPr b="1" sz="1600"/>
            </a:lvl6pPr>
            <a:lvl7pPr indent="-228600" lvl="6" marL="3200400" rtl="0" algn="l">
              <a:spcBef>
                <a:spcPts val="320"/>
              </a:spcBef>
              <a:spcAft>
                <a:spcPts val="0"/>
              </a:spcAft>
              <a:buClr>
                <a:schemeClr val="dk1"/>
              </a:buClr>
              <a:buSzPts val="1600"/>
              <a:buNone/>
              <a:defRPr b="1" sz="1600"/>
            </a:lvl7pPr>
            <a:lvl8pPr indent="-228600" lvl="7" marL="3657600" rtl="0" algn="l">
              <a:spcBef>
                <a:spcPts val="320"/>
              </a:spcBef>
              <a:spcAft>
                <a:spcPts val="0"/>
              </a:spcAft>
              <a:buClr>
                <a:schemeClr val="dk1"/>
              </a:buClr>
              <a:buSzPts val="1600"/>
              <a:buNone/>
              <a:defRPr b="1" sz="1600"/>
            </a:lvl8pPr>
            <a:lvl9pPr indent="-228600" lvl="8" marL="4114800" rtl="0" algn="l">
              <a:spcBef>
                <a:spcPts val="320"/>
              </a:spcBef>
              <a:spcAft>
                <a:spcPts val="0"/>
              </a:spcAft>
              <a:buClr>
                <a:schemeClr val="dk1"/>
              </a:buClr>
              <a:buSzPts val="1600"/>
              <a:buNone/>
              <a:defRPr b="1" sz="1600"/>
            </a:lvl9pPr>
          </a:lstStyle>
          <a:p/>
        </p:txBody>
      </p:sp>
      <p:sp>
        <p:nvSpPr>
          <p:cNvPr id="92" name="Google Shape;92;p19"/>
          <p:cNvSpPr txBox="1"/>
          <p:nvPr>
            <p:ph idx="4" type="body"/>
          </p:nvPr>
        </p:nvSpPr>
        <p:spPr>
          <a:xfrm>
            <a:off x="4645025" y="1631156"/>
            <a:ext cx="4041900" cy="2963400"/>
          </a:xfrm>
          <a:prstGeom prst="rect">
            <a:avLst/>
          </a:prstGeom>
          <a:noFill/>
          <a:ln>
            <a:noFill/>
          </a:ln>
        </p:spPr>
        <p:txBody>
          <a:bodyPr anchorCtr="0" anchor="t" bIns="45700" lIns="91425" spcFirstLastPara="1" rIns="91425" wrap="square" tIns="45700">
            <a:noAutofit/>
          </a:bodyPr>
          <a:lstStyle>
            <a:lvl1pPr indent="-381000" lvl="0" marL="457200" rtl="0" algn="l">
              <a:spcBef>
                <a:spcPts val="480"/>
              </a:spcBef>
              <a:spcAft>
                <a:spcPts val="0"/>
              </a:spcAft>
              <a:buClr>
                <a:schemeClr val="dk1"/>
              </a:buClr>
              <a:buSzPts val="2400"/>
              <a:buChar char="•"/>
              <a:defRPr sz="2400"/>
            </a:lvl1pPr>
            <a:lvl2pPr indent="-355600" lvl="1" marL="914400" rtl="0" algn="l">
              <a:spcBef>
                <a:spcPts val="400"/>
              </a:spcBef>
              <a:spcAft>
                <a:spcPts val="0"/>
              </a:spcAft>
              <a:buClr>
                <a:schemeClr val="dk1"/>
              </a:buClr>
              <a:buSzPts val="2000"/>
              <a:buChar char="–"/>
              <a:defRPr sz="2000"/>
            </a:lvl2pPr>
            <a:lvl3pPr indent="-342900" lvl="2" marL="1371600" rtl="0" algn="l">
              <a:spcBef>
                <a:spcPts val="360"/>
              </a:spcBef>
              <a:spcAft>
                <a:spcPts val="0"/>
              </a:spcAft>
              <a:buClr>
                <a:schemeClr val="dk1"/>
              </a:buClr>
              <a:buSzPts val="1800"/>
              <a:buChar char="•"/>
              <a:defRPr sz="1800"/>
            </a:lvl3pPr>
            <a:lvl4pPr indent="-330200" lvl="3" marL="1828800" rtl="0" algn="l">
              <a:spcBef>
                <a:spcPts val="320"/>
              </a:spcBef>
              <a:spcAft>
                <a:spcPts val="0"/>
              </a:spcAft>
              <a:buClr>
                <a:schemeClr val="dk1"/>
              </a:buClr>
              <a:buSzPts val="1600"/>
              <a:buChar char="–"/>
              <a:defRPr sz="1600"/>
            </a:lvl4pPr>
            <a:lvl5pPr indent="-330200" lvl="4" marL="2286000" rtl="0" algn="l">
              <a:spcBef>
                <a:spcPts val="320"/>
              </a:spcBef>
              <a:spcAft>
                <a:spcPts val="0"/>
              </a:spcAft>
              <a:buClr>
                <a:schemeClr val="dk1"/>
              </a:buClr>
              <a:buSzPts val="1600"/>
              <a:buChar char="»"/>
              <a:defRPr sz="1600"/>
            </a:lvl5pPr>
            <a:lvl6pPr indent="-330200" lvl="5" marL="2743200" rtl="0" algn="l">
              <a:spcBef>
                <a:spcPts val="320"/>
              </a:spcBef>
              <a:spcAft>
                <a:spcPts val="0"/>
              </a:spcAft>
              <a:buClr>
                <a:schemeClr val="dk1"/>
              </a:buClr>
              <a:buSzPts val="1600"/>
              <a:buChar char="•"/>
              <a:defRPr sz="1600"/>
            </a:lvl6pPr>
            <a:lvl7pPr indent="-330200" lvl="6" marL="3200400" rtl="0" algn="l">
              <a:spcBef>
                <a:spcPts val="320"/>
              </a:spcBef>
              <a:spcAft>
                <a:spcPts val="0"/>
              </a:spcAft>
              <a:buClr>
                <a:schemeClr val="dk1"/>
              </a:buClr>
              <a:buSzPts val="1600"/>
              <a:buChar char="•"/>
              <a:defRPr sz="1600"/>
            </a:lvl7pPr>
            <a:lvl8pPr indent="-330200" lvl="7" marL="3657600" rtl="0" algn="l">
              <a:spcBef>
                <a:spcPts val="320"/>
              </a:spcBef>
              <a:spcAft>
                <a:spcPts val="0"/>
              </a:spcAft>
              <a:buClr>
                <a:schemeClr val="dk1"/>
              </a:buClr>
              <a:buSzPts val="1600"/>
              <a:buChar char="•"/>
              <a:defRPr sz="1600"/>
            </a:lvl8pPr>
            <a:lvl9pPr indent="-330200" lvl="8" marL="4114800" rtl="0" algn="l">
              <a:spcBef>
                <a:spcPts val="320"/>
              </a:spcBef>
              <a:spcAft>
                <a:spcPts val="0"/>
              </a:spcAft>
              <a:buClr>
                <a:schemeClr val="dk1"/>
              </a:buClr>
              <a:buSzPts val="1600"/>
              <a:buChar char="•"/>
              <a:defRPr sz="1600"/>
            </a:lvl9pPr>
          </a:lstStyle>
          <a:p/>
        </p:txBody>
      </p:sp>
      <p:sp>
        <p:nvSpPr>
          <p:cNvPr id="93" name="Google Shape;93;p19"/>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4" name="Google Shape;94;p1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5" name="Google Shape;95;p19"/>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sz="1200">
                <a:solidFill>
                  <a:srgbClr val="888888"/>
                </a:solidFill>
                <a:latin typeface="Calibri"/>
                <a:ea typeface="Calibri"/>
                <a:cs typeface="Calibri"/>
                <a:sym typeface="Calibri"/>
              </a:defRPr>
            </a:lvl1pPr>
            <a:lvl2pPr indent="0" lvl="1" marL="0" marR="0" rtl="0" algn="r">
              <a:spcBef>
                <a:spcPts val="0"/>
              </a:spcBef>
              <a:spcAft>
                <a:spcPts val="0"/>
              </a:spcAft>
              <a:buNone/>
              <a:defRPr sz="1200">
                <a:solidFill>
                  <a:srgbClr val="888888"/>
                </a:solidFill>
                <a:latin typeface="Calibri"/>
                <a:ea typeface="Calibri"/>
                <a:cs typeface="Calibri"/>
                <a:sym typeface="Calibri"/>
              </a:defRPr>
            </a:lvl2pPr>
            <a:lvl3pPr indent="0" lvl="2" marL="0" marR="0" rtl="0" algn="r">
              <a:spcBef>
                <a:spcPts val="0"/>
              </a:spcBef>
              <a:spcAft>
                <a:spcPts val="0"/>
              </a:spcAft>
              <a:buNone/>
              <a:defRPr sz="1200">
                <a:solidFill>
                  <a:srgbClr val="888888"/>
                </a:solidFill>
                <a:latin typeface="Calibri"/>
                <a:ea typeface="Calibri"/>
                <a:cs typeface="Calibri"/>
                <a:sym typeface="Calibri"/>
              </a:defRPr>
            </a:lvl3pPr>
            <a:lvl4pPr indent="0" lvl="3" marL="0" marR="0" rtl="0" algn="r">
              <a:spcBef>
                <a:spcPts val="0"/>
              </a:spcBef>
              <a:spcAft>
                <a:spcPts val="0"/>
              </a:spcAft>
              <a:buNone/>
              <a:defRPr sz="1200">
                <a:solidFill>
                  <a:srgbClr val="888888"/>
                </a:solidFill>
                <a:latin typeface="Calibri"/>
                <a:ea typeface="Calibri"/>
                <a:cs typeface="Calibri"/>
                <a:sym typeface="Calibri"/>
              </a:defRPr>
            </a:lvl4pPr>
            <a:lvl5pPr indent="0" lvl="4" marL="0" marR="0" rtl="0" algn="r">
              <a:spcBef>
                <a:spcPts val="0"/>
              </a:spcBef>
              <a:spcAft>
                <a:spcPts val="0"/>
              </a:spcAft>
              <a:buNone/>
              <a:defRPr sz="1200">
                <a:solidFill>
                  <a:srgbClr val="888888"/>
                </a:solidFill>
                <a:latin typeface="Calibri"/>
                <a:ea typeface="Calibri"/>
                <a:cs typeface="Calibri"/>
                <a:sym typeface="Calibri"/>
              </a:defRPr>
            </a:lvl5pPr>
            <a:lvl6pPr indent="0" lvl="5" marL="0" marR="0" rtl="0" algn="r">
              <a:spcBef>
                <a:spcPts val="0"/>
              </a:spcBef>
              <a:spcAft>
                <a:spcPts val="0"/>
              </a:spcAft>
              <a:buNone/>
              <a:defRPr sz="1200">
                <a:solidFill>
                  <a:srgbClr val="888888"/>
                </a:solidFill>
                <a:latin typeface="Calibri"/>
                <a:ea typeface="Calibri"/>
                <a:cs typeface="Calibri"/>
                <a:sym typeface="Calibri"/>
              </a:defRPr>
            </a:lvl6pPr>
            <a:lvl7pPr indent="0" lvl="6" marL="0" marR="0" rtl="0" algn="r">
              <a:spcBef>
                <a:spcPts val="0"/>
              </a:spcBef>
              <a:spcAft>
                <a:spcPts val="0"/>
              </a:spcAft>
              <a:buNone/>
              <a:defRPr sz="1200">
                <a:solidFill>
                  <a:srgbClr val="888888"/>
                </a:solidFill>
                <a:latin typeface="Calibri"/>
                <a:ea typeface="Calibri"/>
                <a:cs typeface="Calibri"/>
                <a:sym typeface="Calibri"/>
              </a:defRPr>
            </a:lvl7pPr>
            <a:lvl8pPr indent="0" lvl="7" marL="0" marR="0" rtl="0" algn="r">
              <a:spcBef>
                <a:spcPts val="0"/>
              </a:spcBef>
              <a:spcAft>
                <a:spcPts val="0"/>
              </a:spcAft>
              <a:buNone/>
              <a:defRPr sz="1200">
                <a:solidFill>
                  <a:srgbClr val="888888"/>
                </a:solidFill>
                <a:latin typeface="Calibri"/>
                <a:ea typeface="Calibri"/>
                <a:cs typeface="Calibri"/>
                <a:sym typeface="Calibri"/>
              </a:defRPr>
            </a:lvl8pPr>
            <a:lvl9pPr indent="0" lvl="8" marL="0" marR="0" rtl="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6" name="Shape 96"/>
        <p:cNvGrpSpPr/>
        <p:nvPr/>
      </p:nvGrpSpPr>
      <p:grpSpPr>
        <a:xfrm>
          <a:off x="0" y="0"/>
          <a:ext cx="0" cy="0"/>
          <a:chOff x="0" y="0"/>
          <a:chExt cx="0" cy="0"/>
        </a:xfrm>
      </p:grpSpPr>
      <p:sp>
        <p:nvSpPr>
          <p:cNvPr id="97" name="Google Shape;97;p20"/>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98" name="Google Shape;98;p20"/>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9" name="Google Shape;99;p2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0" name="Google Shape;100;p20"/>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sz="1200">
                <a:solidFill>
                  <a:srgbClr val="888888"/>
                </a:solidFill>
                <a:latin typeface="Calibri"/>
                <a:ea typeface="Calibri"/>
                <a:cs typeface="Calibri"/>
                <a:sym typeface="Calibri"/>
              </a:defRPr>
            </a:lvl1pPr>
            <a:lvl2pPr indent="0" lvl="1" marL="0" marR="0" rtl="0" algn="r">
              <a:spcBef>
                <a:spcPts val="0"/>
              </a:spcBef>
              <a:spcAft>
                <a:spcPts val="0"/>
              </a:spcAft>
              <a:buNone/>
              <a:defRPr sz="1200">
                <a:solidFill>
                  <a:srgbClr val="888888"/>
                </a:solidFill>
                <a:latin typeface="Calibri"/>
                <a:ea typeface="Calibri"/>
                <a:cs typeface="Calibri"/>
                <a:sym typeface="Calibri"/>
              </a:defRPr>
            </a:lvl2pPr>
            <a:lvl3pPr indent="0" lvl="2" marL="0" marR="0" rtl="0" algn="r">
              <a:spcBef>
                <a:spcPts val="0"/>
              </a:spcBef>
              <a:spcAft>
                <a:spcPts val="0"/>
              </a:spcAft>
              <a:buNone/>
              <a:defRPr sz="1200">
                <a:solidFill>
                  <a:srgbClr val="888888"/>
                </a:solidFill>
                <a:latin typeface="Calibri"/>
                <a:ea typeface="Calibri"/>
                <a:cs typeface="Calibri"/>
                <a:sym typeface="Calibri"/>
              </a:defRPr>
            </a:lvl3pPr>
            <a:lvl4pPr indent="0" lvl="3" marL="0" marR="0" rtl="0" algn="r">
              <a:spcBef>
                <a:spcPts val="0"/>
              </a:spcBef>
              <a:spcAft>
                <a:spcPts val="0"/>
              </a:spcAft>
              <a:buNone/>
              <a:defRPr sz="1200">
                <a:solidFill>
                  <a:srgbClr val="888888"/>
                </a:solidFill>
                <a:latin typeface="Calibri"/>
                <a:ea typeface="Calibri"/>
                <a:cs typeface="Calibri"/>
                <a:sym typeface="Calibri"/>
              </a:defRPr>
            </a:lvl4pPr>
            <a:lvl5pPr indent="0" lvl="4" marL="0" marR="0" rtl="0" algn="r">
              <a:spcBef>
                <a:spcPts val="0"/>
              </a:spcBef>
              <a:spcAft>
                <a:spcPts val="0"/>
              </a:spcAft>
              <a:buNone/>
              <a:defRPr sz="1200">
                <a:solidFill>
                  <a:srgbClr val="888888"/>
                </a:solidFill>
                <a:latin typeface="Calibri"/>
                <a:ea typeface="Calibri"/>
                <a:cs typeface="Calibri"/>
                <a:sym typeface="Calibri"/>
              </a:defRPr>
            </a:lvl5pPr>
            <a:lvl6pPr indent="0" lvl="5" marL="0" marR="0" rtl="0" algn="r">
              <a:spcBef>
                <a:spcPts val="0"/>
              </a:spcBef>
              <a:spcAft>
                <a:spcPts val="0"/>
              </a:spcAft>
              <a:buNone/>
              <a:defRPr sz="1200">
                <a:solidFill>
                  <a:srgbClr val="888888"/>
                </a:solidFill>
                <a:latin typeface="Calibri"/>
                <a:ea typeface="Calibri"/>
                <a:cs typeface="Calibri"/>
                <a:sym typeface="Calibri"/>
              </a:defRPr>
            </a:lvl6pPr>
            <a:lvl7pPr indent="0" lvl="6" marL="0" marR="0" rtl="0" algn="r">
              <a:spcBef>
                <a:spcPts val="0"/>
              </a:spcBef>
              <a:spcAft>
                <a:spcPts val="0"/>
              </a:spcAft>
              <a:buNone/>
              <a:defRPr sz="1200">
                <a:solidFill>
                  <a:srgbClr val="888888"/>
                </a:solidFill>
                <a:latin typeface="Calibri"/>
                <a:ea typeface="Calibri"/>
                <a:cs typeface="Calibri"/>
                <a:sym typeface="Calibri"/>
              </a:defRPr>
            </a:lvl7pPr>
            <a:lvl8pPr indent="0" lvl="7" marL="0" marR="0" rtl="0" algn="r">
              <a:spcBef>
                <a:spcPts val="0"/>
              </a:spcBef>
              <a:spcAft>
                <a:spcPts val="0"/>
              </a:spcAft>
              <a:buNone/>
              <a:defRPr sz="1200">
                <a:solidFill>
                  <a:srgbClr val="888888"/>
                </a:solidFill>
                <a:latin typeface="Calibri"/>
                <a:ea typeface="Calibri"/>
                <a:cs typeface="Calibri"/>
                <a:sym typeface="Calibri"/>
              </a:defRPr>
            </a:lvl8pPr>
            <a:lvl9pPr indent="0" lvl="8" marL="0" marR="0" rtl="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1" name="Shape 101"/>
        <p:cNvGrpSpPr/>
        <p:nvPr/>
      </p:nvGrpSpPr>
      <p:grpSpPr>
        <a:xfrm>
          <a:off x="0" y="0"/>
          <a:ext cx="0" cy="0"/>
          <a:chOff x="0" y="0"/>
          <a:chExt cx="0" cy="0"/>
        </a:xfrm>
      </p:grpSpPr>
      <p:sp>
        <p:nvSpPr>
          <p:cNvPr id="102" name="Google Shape;102;p21"/>
          <p:cNvSpPr txBox="1"/>
          <p:nvPr>
            <p:ph type="title"/>
          </p:nvPr>
        </p:nvSpPr>
        <p:spPr>
          <a:xfrm>
            <a:off x="457200" y="204788"/>
            <a:ext cx="3008400" cy="8718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1400"/>
              <a:buNone/>
              <a:defRPr b="1"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03" name="Google Shape;103;p21"/>
          <p:cNvSpPr txBox="1"/>
          <p:nvPr>
            <p:ph idx="1" type="body"/>
          </p:nvPr>
        </p:nvSpPr>
        <p:spPr>
          <a:xfrm>
            <a:off x="3575050" y="204788"/>
            <a:ext cx="5111700" cy="4389900"/>
          </a:xfrm>
          <a:prstGeom prst="rect">
            <a:avLst/>
          </a:prstGeom>
          <a:noFill/>
          <a:ln>
            <a:noFill/>
          </a:ln>
        </p:spPr>
        <p:txBody>
          <a:bodyPr anchorCtr="0" anchor="t" bIns="45700" lIns="91425" spcFirstLastPara="1" rIns="91425" wrap="square" tIns="45700">
            <a:noAutofit/>
          </a:bodyPr>
          <a:lstStyle>
            <a:lvl1pPr indent="-431800" lvl="0" marL="457200" rtl="0" algn="l">
              <a:spcBef>
                <a:spcPts val="640"/>
              </a:spcBef>
              <a:spcAft>
                <a:spcPts val="0"/>
              </a:spcAft>
              <a:buClr>
                <a:schemeClr val="dk1"/>
              </a:buClr>
              <a:buSzPts val="3200"/>
              <a:buChar char="•"/>
              <a:defRPr sz="3200"/>
            </a:lvl1pPr>
            <a:lvl2pPr indent="-406400" lvl="1" marL="914400" rtl="0" algn="l">
              <a:spcBef>
                <a:spcPts val="560"/>
              </a:spcBef>
              <a:spcAft>
                <a:spcPts val="0"/>
              </a:spcAft>
              <a:buClr>
                <a:schemeClr val="dk1"/>
              </a:buClr>
              <a:buSzPts val="2800"/>
              <a:buChar char="–"/>
              <a:defRPr sz="2800"/>
            </a:lvl2pPr>
            <a:lvl3pPr indent="-381000" lvl="2" marL="1371600" rtl="0" algn="l">
              <a:spcBef>
                <a:spcPts val="480"/>
              </a:spcBef>
              <a:spcAft>
                <a:spcPts val="0"/>
              </a:spcAft>
              <a:buClr>
                <a:schemeClr val="dk1"/>
              </a:buClr>
              <a:buSzPts val="2400"/>
              <a:buChar char="•"/>
              <a:defRPr sz="2400"/>
            </a:lvl3pPr>
            <a:lvl4pPr indent="-355600" lvl="3" marL="1828800" rtl="0" algn="l">
              <a:spcBef>
                <a:spcPts val="400"/>
              </a:spcBef>
              <a:spcAft>
                <a:spcPts val="0"/>
              </a:spcAft>
              <a:buClr>
                <a:schemeClr val="dk1"/>
              </a:buClr>
              <a:buSzPts val="2000"/>
              <a:buChar char="–"/>
              <a:defRPr sz="2000"/>
            </a:lvl4pPr>
            <a:lvl5pPr indent="-355600" lvl="4" marL="2286000" rtl="0" algn="l">
              <a:spcBef>
                <a:spcPts val="400"/>
              </a:spcBef>
              <a:spcAft>
                <a:spcPts val="0"/>
              </a:spcAft>
              <a:buClr>
                <a:schemeClr val="dk1"/>
              </a:buClr>
              <a:buSzPts val="2000"/>
              <a:buChar char="»"/>
              <a:defRPr sz="2000"/>
            </a:lvl5pPr>
            <a:lvl6pPr indent="-355600" lvl="5" marL="2743200" rtl="0" algn="l">
              <a:spcBef>
                <a:spcPts val="400"/>
              </a:spcBef>
              <a:spcAft>
                <a:spcPts val="0"/>
              </a:spcAft>
              <a:buClr>
                <a:schemeClr val="dk1"/>
              </a:buClr>
              <a:buSzPts val="2000"/>
              <a:buChar char="•"/>
              <a:defRPr sz="2000"/>
            </a:lvl6pPr>
            <a:lvl7pPr indent="-355600" lvl="6" marL="3200400" rtl="0" algn="l">
              <a:spcBef>
                <a:spcPts val="400"/>
              </a:spcBef>
              <a:spcAft>
                <a:spcPts val="0"/>
              </a:spcAft>
              <a:buClr>
                <a:schemeClr val="dk1"/>
              </a:buClr>
              <a:buSzPts val="2000"/>
              <a:buChar char="•"/>
              <a:defRPr sz="2000"/>
            </a:lvl7pPr>
            <a:lvl8pPr indent="-355600" lvl="7" marL="3657600" rtl="0" algn="l">
              <a:spcBef>
                <a:spcPts val="400"/>
              </a:spcBef>
              <a:spcAft>
                <a:spcPts val="0"/>
              </a:spcAft>
              <a:buClr>
                <a:schemeClr val="dk1"/>
              </a:buClr>
              <a:buSzPts val="2000"/>
              <a:buChar char="•"/>
              <a:defRPr sz="2000"/>
            </a:lvl8pPr>
            <a:lvl9pPr indent="-355600" lvl="8" marL="4114800" rtl="0" algn="l">
              <a:spcBef>
                <a:spcPts val="400"/>
              </a:spcBef>
              <a:spcAft>
                <a:spcPts val="0"/>
              </a:spcAft>
              <a:buClr>
                <a:schemeClr val="dk1"/>
              </a:buClr>
              <a:buSzPts val="2000"/>
              <a:buChar char="•"/>
              <a:defRPr sz="2000"/>
            </a:lvl9pPr>
          </a:lstStyle>
          <a:p/>
        </p:txBody>
      </p:sp>
      <p:sp>
        <p:nvSpPr>
          <p:cNvPr id="104" name="Google Shape;104;p21"/>
          <p:cNvSpPr txBox="1"/>
          <p:nvPr>
            <p:ph idx="2" type="body"/>
          </p:nvPr>
        </p:nvSpPr>
        <p:spPr>
          <a:xfrm>
            <a:off x="457200" y="1076325"/>
            <a:ext cx="3008400" cy="3518400"/>
          </a:xfrm>
          <a:prstGeom prst="rect">
            <a:avLst/>
          </a:prstGeom>
          <a:noFill/>
          <a:ln>
            <a:noFill/>
          </a:ln>
        </p:spPr>
        <p:txBody>
          <a:bodyPr anchorCtr="0" anchor="t" bIns="45700" lIns="91425" spcFirstLastPara="1" rIns="91425" wrap="square" tIns="45700">
            <a:noAutofit/>
          </a:bodyPr>
          <a:lstStyle>
            <a:lvl1pPr indent="-228600" lvl="0" marL="457200" rtl="0" algn="l">
              <a:spcBef>
                <a:spcPts val="280"/>
              </a:spcBef>
              <a:spcAft>
                <a:spcPts val="0"/>
              </a:spcAft>
              <a:buClr>
                <a:schemeClr val="dk1"/>
              </a:buClr>
              <a:buSzPts val="1400"/>
              <a:buNone/>
              <a:defRPr sz="1400"/>
            </a:lvl1pPr>
            <a:lvl2pPr indent="-228600" lvl="1" marL="914400" rtl="0" algn="l">
              <a:spcBef>
                <a:spcPts val="240"/>
              </a:spcBef>
              <a:spcAft>
                <a:spcPts val="0"/>
              </a:spcAft>
              <a:buClr>
                <a:schemeClr val="dk1"/>
              </a:buClr>
              <a:buSzPts val="1200"/>
              <a:buNone/>
              <a:defRPr sz="1200"/>
            </a:lvl2pPr>
            <a:lvl3pPr indent="-228600" lvl="2" marL="1371600" rtl="0" algn="l">
              <a:spcBef>
                <a:spcPts val="200"/>
              </a:spcBef>
              <a:spcAft>
                <a:spcPts val="0"/>
              </a:spcAft>
              <a:buClr>
                <a:schemeClr val="dk1"/>
              </a:buClr>
              <a:buSzPts val="1000"/>
              <a:buNone/>
              <a:defRPr sz="1000"/>
            </a:lvl3pPr>
            <a:lvl4pPr indent="-228600" lvl="3" marL="1828800" rtl="0" algn="l">
              <a:spcBef>
                <a:spcPts val="180"/>
              </a:spcBef>
              <a:spcAft>
                <a:spcPts val="0"/>
              </a:spcAft>
              <a:buClr>
                <a:schemeClr val="dk1"/>
              </a:buClr>
              <a:buSzPts val="900"/>
              <a:buNone/>
              <a:defRPr sz="900"/>
            </a:lvl4pPr>
            <a:lvl5pPr indent="-228600" lvl="4" marL="2286000" rtl="0" algn="l">
              <a:spcBef>
                <a:spcPts val="180"/>
              </a:spcBef>
              <a:spcAft>
                <a:spcPts val="0"/>
              </a:spcAft>
              <a:buClr>
                <a:schemeClr val="dk1"/>
              </a:buClr>
              <a:buSzPts val="900"/>
              <a:buNone/>
              <a:defRPr sz="900"/>
            </a:lvl5pPr>
            <a:lvl6pPr indent="-228600" lvl="5" marL="2743200" rtl="0" algn="l">
              <a:spcBef>
                <a:spcPts val="180"/>
              </a:spcBef>
              <a:spcAft>
                <a:spcPts val="0"/>
              </a:spcAft>
              <a:buClr>
                <a:schemeClr val="dk1"/>
              </a:buClr>
              <a:buSzPts val="900"/>
              <a:buNone/>
              <a:defRPr sz="900"/>
            </a:lvl6pPr>
            <a:lvl7pPr indent="-228600" lvl="6" marL="3200400" rtl="0" algn="l">
              <a:spcBef>
                <a:spcPts val="180"/>
              </a:spcBef>
              <a:spcAft>
                <a:spcPts val="0"/>
              </a:spcAft>
              <a:buClr>
                <a:schemeClr val="dk1"/>
              </a:buClr>
              <a:buSzPts val="900"/>
              <a:buNone/>
              <a:defRPr sz="900"/>
            </a:lvl7pPr>
            <a:lvl8pPr indent="-228600" lvl="7" marL="3657600" rtl="0" algn="l">
              <a:spcBef>
                <a:spcPts val="180"/>
              </a:spcBef>
              <a:spcAft>
                <a:spcPts val="0"/>
              </a:spcAft>
              <a:buClr>
                <a:schemeClr val="dk1"/>
              </a:buClr>
              <a:buSzPts val="900"/>
              <a:buNone/>
              <a:defRPr sz="900"/>
            </a:lvl8pPr>
            <a:lvl9pPr indent="-228600" lvl="8" marL="4114800" rtl="0" algn="l">
              <a:spcBef>
                <a:spcPts val="180"/>
              </a:spcBef>
              <a:spcAft>
                <a:spcPts val="0"/>
              </a:spcAft>
              <a:buClr>
                <a:schemeClr val="dk1"/>
              </a:buClr>
              <a:buSzPts val="900"/>
              <a:buNone/>
              <a:defRPr sz="900"/>
            </a:lvl9pPr>
          </a:lstStyle>
          <a:p/>
        </p:txBody>
      </p:sp>
      <p:sp>
        <p:nvSpPr>
          <p:cNvPr id="105" name="Google Shape;105;p2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6" name="Google Shape;106;p2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7" name="Google Shape;107;p2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sz="1200">
                <a:solidFill>
                  <a:srgbClr val="888888"/>
                </a:solidFill>
                <a:latin typeface="Calibri"/>
                <a:ea typeface="Calibri"/>
                <a:cs typeface="Calibri"/>
                <a:sym typeface="Calibri"/>
              </a:defRPr>
            </a:lvl1pPr>
            <a:lvl2pPr indent="0" lvl="1" marL="0" marR="0" rtl="0" algn="r">
              <a:spcBef>
                <a:spcPts val="0"/>
              </a:spcBef>
              <a:spcAft>
                <a:spcPts val="0"/>
              </a:spcAft>
              <a:buNone/>
              <a:defRPr sz="1200">
                <a:solidFill>
                  <a:srgbClr val="888888"/>
                </a:solidFill>
                <a:latin typeface="Calibri"/>
                <a:ea typeface="Calibri"/>
                <a:cs typeface="Calibri"/>
                <a:sym typeface="Calibri"/>
              </a:defRPr>
            </a:lvl2pPr>
            <a:lvl3pPr indent="0" lvl="2" marL="0" marR="0" rtl="0" algn="r">
              <a:spcBef>
                <a:spcPts val="0"/>
              </a:spcBef>
              <a:spcAft>
                <a:spcPts val="0"/>
              </a:spcAft>
              <a:buNone/>
              <a:defRPr sz="1200">
                <a:solidFill>
                  <a:srgbClr val="888888"/>
                </a:solidFill>
                <a:latin typeface="Calibri"/>
                <a:ea typeface="Calibri"/>
                <a:cs typeface="Calibri"/>
                <a:sym typeface="Calibri"/>
              </a:defRPr>
            </a:lvl3pPr>
            <a:lvl4pPr indent="0" lvl="3" marL="0" marR="0" rtl="0" algn="r">
              <a:spcBef>
                <a:spcPts val="0"/>
              </a:spcBef>
              <a:spcAft>
                <a:spcPts val="0"/>
              </a:spcAft>
              <a:buNone/>
              <a:defRPr sz="1200">
                <a:solidFill>
                  <a:srgbClr val="888888"/>
                </a:solidFill>
                <a:latin typeface="Calibri"/>
                <a:ea typeface="Calibri"/>
                <a:cs typeface="Calibri"/>
                <a:sym typeface="Calibri"/>
              </a:defRPr>
            </a:lvl4pPr>
            <a:lvl5pPr indent="0" lvl="4" marL="0" marR="0" rtl="0" algn="r">
              <a:spcBef>
                <a:spcPts val="0"/>
              </a:spcBef>
              <a:spcAft>
                <a:spcPts val="0"/>
              </a:spcAft>
              <a:buNone/>
              <a:defRPr sz="1200">
                <a:solidFill>
                  <a:srgbClr val="888888"/>
                </a:solidFill>
                <a:latin typeface="Calibri"/>
                <a:ea typeface="Calibri"/>
                <a:cs typeface="Calibri"/>
                <a:sym typeface="Calibri"/>
              </a:defRPr>
            </a:lvl5pPr>
            <a:lvl6pPr indent="0" lvl="5" marL="0" marR="0" rtl="0" algn="r">
              <a:spcBef>
                <a:spcPts val="0"/>
              </a:spcBef>
              <a:spcAft>
                <a:spcPts val="0"/>
              </a:spcAft>
              <a:buNone/>
              <a:defRPr sz="1200">
                <a:solidFill>
                  <a:srgbClr val="888888"/>
                </a:solidFill>
                <a:latin typeface="Calibri"/>
                <a:ea typeface="Calibri"/>
                <a:cs typeface="Calibri"/>
                <a:sym typeface="Calibri"/>
              </a:defRPr>
            </a:lvl6pPr>
            <a:lvl7pPr indent="0" lvl="6" marL="0" marR="0" rtl="0" algn="r">
              <a:spcBef>
                <a:spcPts val="0"/>
              </a:spcBef>
              <a:spcAft>
                <a:spcPts val="0"/>
              </a:spcAft>
              <a:buNone/>
              <a:defRPr sz="1200">
                <a:solidFill>
                  <a:srgbClr val="888888"/>
                </a:solidFill>
                <a:latin typeface="Calibri"/>
                <a:ea typeface="Calibri"/>
                <a:cs typeface="Calibri"/>
                <a:sym typeface="Calibri"/>
              </a:defRPr>
            </a:lvl7pPr>
            <a:lvl8pPr indent="0" lvl="7" marL="0" marR="0" rtl="0" algn="r">
              <a:spcBef>
                <a:spcPts val="0"/>
              </a:spcBef>
              <a:spcAft>
                <a:spcPts val="0"/>
              </a:spcAft>
              <a:buNone/>
              <a:defRPr sz="1200">
                <a:solidFill>
                  <a:srgbClr val="888888"/>
                </a:solidFill>
                <a:latin typeface="Calibri"/>
                <a:ea typeface="Calibri"/>
                <a:cs typeface="Calibri"/>
                <a:sym typeface="Calibri"/>
              </a:defRPr>
            </a:lvl8pPr>
            <a:lvl9pPr indent="0" lvl="8" marL="0" marR="0" rtl="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8" name="Shape 108"/>
        <p:cNvGrpSpPr/>
        <p:nvPr/>
      </p:nvGrpSpPr>
      <p:grpSpPr>
        <a:xfrm>
          <a:off x="0" y="0"/>
          <a:ext cx="0" cy="0"/>
          <a:chOff x="0" y="0"/>
          <a:chExt cx="0" cy="0"/>
        </a:xfrm>
      </p:grpSpPr>
      <p:sp>
        <p:nvSpPr>
          <p:cNvPr id="109" name="Google Shape;109;p22"/>
          <p:cNvSpPr txBox="1"/>
          <p:nvPr>
            <p:ph type="title"/>
          </p:nvPr>
        </p:nvSpPr>
        <p:spPr>
          <a:xfrm>
            <a:off x="1792288" y="3600450"/>
            <a:ext cx="5486400" cy="4251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1400"/>
              <a:buNone/>
              <a:defRPr b="1"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0" name="Google Shape;110;p22"/>
          <p:cNvSpPr/>
          <p:nvPr>
            <p:ph idx="2" type="pic"/>
          </p:nvPr>
        </p:nvSpPr>
        <p:spPr>
          <a:xfrm>
            <a:off x="1792288" y="459581"/>
            <a:ext cx="5486400" cy="3086100"/>
          </a:xfrm>
          <a:prstGeom prst="rect">
            <a:avLst/>
          </a:prstGeom>
          <a:noFill/>
          <a:ln>
            <a:noFill/>
          </a:ln>
        </p:spPr>
      </p:sp>
      <p:sp>
        <p:nvSpPr>
          <p:cNvPr id="111" name="Google Shape;111;p22"/>
          <p:cNvSpPr txBox="1"/>
          <p:nvPr>
            <p:ph idx="1" type="body"/>
          </p:nvPr>
        </p:nvSpPr>
        <p:spPr>
          <a:xfrm>
            <a:off x="1792288" y="4025504"/>
            <a:ext cx="5486400" cy="603600"/>
          </a:xfrm>
          <a:prstGeom prst="rect">
            <a:avLst/>
          </a:prstGeom>
          <a:noFill/>
          <a:ln>
            <a:noFill/>
          </a:ln>
        </p:spPr>
        <p:txBody>
          <a:bodyPr anchorCtr="0" anchor="t" bIns="45700" lIns="91425" spcFirstLastPara="1" rIns="91425" wrap="square" tIns="45700">
            <a:noAutofit/>
          </a:bodyPr>
          <a:lstStyle>
            <a:lvl1pPr indent="-228600" lvl="0" marL="457200" rtl="0" algn="l">
              <a:spcBef>
                <a:spcPts val="280"/>
              </a:spcBef>
              <a:spcAft>
                <a:spcPts val="0"/>
              </a:spcAft>
              <a:buClr>
                <a:schemeClr val="dk1"/>
              </a:buClr>
              <a:buSzPts val="1400"/>
              <a:buNone/>
              <a:defRPr sz="1400"/>
            </a:lvl1pPr>
            <a:lvl2pPr indent="-228600" lvl="1" marL="914400" rtl="0" algn="l">
              <a:spcBef>
                <a:spcPts val="240"/>
              </a:spcBef>
              <a:spcAft>
                <a:spcPts val="0"/>
              </a:spcAft>
              <a:buClr>
                <a:schemeClr val="dk1"/>
              </a:buClr>
              <a:buSzPts val="1200"/>
              <a:buNone/>
              <a:defRPr sz="1200"/>
            </a:lvl2pPr>
            <a:lvl3pPr indent="-228600" lvl="2" marL="1371600" rtl="0" algn="l">
              <a:spcBef>
                <a:spcPts val="200"/>
              </a:spcBef>
              <a:spcAft>
                <a:spcPts val="0"/>
              </a:spcAft>
              <a:buClr>
                <a:schemeClr val="dk1"/>
              </a:buClr>
              <a:buSzPts val="1000"/>
              <a:buNone/>
              <a:defRPr sz="1000"/>
            </a:lvl3pPr>
            <a:lvl4pPr indent="-228600" lvl="3" marL="1828800" rtl="0" algn="l">
              <a:spcBef>
                <a:spcPts val="180"/>
              </a:spcBef>
              <a:spcAft>
                <a:spcPts val="0"/>
              </a:spcAft>
              <a:buClr>
                <a:schemeClr val="dk1"/>
              </a:buClr>
              <a:buSzPts val="900"/>
              <a:buNone/>
              <a:defRPr sz="900"/>
            </a:lvl4pPr>
            <a:lvl5pPr indent="-228600" lvl="4" marL="2286000" rtl="0" algn="l">
              <a:spcBef>
                <a:spcPts val="180"/>
              </a:spcBef>
              <a:spcAft>
                <a:spcPts val="0"/>
              </a:spcAft>
              <a:buClr>
                <a:schemeClr val="dk1"/>
              </a:buClr>
              <a:buSzPts val="900"/>
              <a:buNone/>
              <a:defRPr sz="900"/>
            </a:lvl5pPr>
            <a:lvl6pPr indent="-228600" lvl="5" marL="2743200" rtl="0" algn="l">
              <a:spcBef>
                <a:spcPts val="180"/>
              </a:spcBef>
              <a:spcAft>
                <a:spcPts val="0"/>
              </a:spcAft>
              <a:buClr>
                <a:schemeClr val="dk1"/>
              </a:buClr>
              <a:buSzPts val="900"/>
              <a:buNone/>
              <a:defRPr sz="900"/>
            </a:lvl6pPr>
            <a:lvl7pPr indent="-228600" lvl="6" marL="3200400" rtl="0" algn="l">
              <a:spcBef>
                <a:spcPts val="180"/>
              </a:spcBef>
              <a:spcAft>
                <a:spcPts val="0"/>
              </a:spcAft>
              <a:buClr>
                <a:schemeClr val="dk1"/>
              </a:buClr>
              <a:buSzPts val="900"/>
              <a:buNone/>
              <a:defRPr sz="900"/>
            </a:lvl7pPr>
            <a:lvl8pPr indent="-228600" lvl="7" marL="3657600" rtl="0" algn="l">
              <a:spcBef>
                <a:spcPts val="180"/>
              </a:spcBef>
              <a:spcAft>
                <a:spcPts val="0"/>
              </a:spcAft>
              <a:buClr>
                <a:schemeClr val="dk1"/>
              </a:buClr>
              <a:buSzPts val="900"/>
              <a:buNone/>
              <a:defRPr sz="900"/>
            </a:lvl8pPr>
            <a:lvl9pPr indent="-228600" lvl="8" marL="4114800" rtl="0" algn="l">
              <a:spcBef>
                <a:spcPts val="180"/>
              </a:spcBef>
              <a:spcAft>
                <a:spcPts val="0"/>
              </a:spcAft>
              <a:buClr>
                <a:schemeClr val="dk1"/>
              </a:buClr>
              <a:buSzPts val="900"/>
              <a:buNone/>
              <a:defRPr sz="900"/>
            </a:lvl9pPr>
          </a:lstStyle>
          <a:p/>
        </p:txBody>
      </p:sp>
      <p:sp>
        <p:nvSpPr>
          <p:cNvPr id="112" name="Google Shape;112;p22"/>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13" name="Google Shape;113;p2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14" name="Google Shape;114;p22"/>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sz="1200">
                <a:solidFill>
                  <a:srgbClr val="888888"/>
                </a:solidFill>
                <a:latin typeface="Calibri"/>
                <a:ea typeface="Calibri"/>
                <a:cs typeface="Calibri"/>
                <a:sym typeface="Calibri"/>
              </a:defRPr>
            </a:lvl1pPr>
            <a:lvl2pPr indent="0" lvl="1" marL="0" marR="0" rtl="0" algn="r">
              <a:spcBef>
                <a:spcPts val="0"/>
              </a:spcBef>
              <a:spcAft>
                <a:spcPts val="0"/>
              </a:spcAft>
              <a:buNone/>
              <a:defRPr sz="1200">
                <a:solidFill>
                  <a:srgbClr val="888888"/>
                </a:solidFill>
                <a:latin typeface="Calibri"/>
                <a:ea typeface="Calibri"/>
                <a:cs typeface="Calibri"/>
                <a:sym typeface="Calibri"/>
              </a:defRPr>
            </a:lvl2pPr>
            <a:lvl3pPr indent="0" lvl="2" marL="0" marR="0" rtl="0" algn="r">
              <a:spcBef>
                <a:spcPts val="0"/>
              </a:spcBef>
              <a:spcAft>
                <a:spcPts val="0"/>
              </a:spcAft>
              <a:buNone/>
              <a:defRPr sz="1200">
                <a:solidFill>
                  <a:srgbClr val="888888"/>
                </a:solidFill>
                <a:latin typeface="Calibri"/>
                <a:ea typeface="Calibri"/>
                <a:cs typeface="Calibri"/>
                <a:sym typeface="Calibri"/>
              </a:defRPr>
            </a:lvl3pPr>
            <a:lvl4pPr indent="0" lvl="3" marL="0" marR="0" rtl="0" algn="r">
              <a:spcBef>
                <a:spcPts val="0"/>
              </a:spcBef>
              <a:spcAft>
                <a:spcPts val="0"/>
              </a:spcAft>
              <a:buNone/>
              <a:defRPr sz="1200">
                <a:solidFill>
                  <a:srgbClr val="888888"/>
                </a:solidFill>
                <a:latin typeface="Calibri"/>
                <a:ea typeface="Calibri"/>
                <a:cs typeface="Calibri"/>
                <a:sym typeface="Calibri"/>
              </a:defRPr>
            </a:lvl4pPr>
            <a:lvl5pPr indent="0" lvl="4" marL="0" marR="0" rtl="0" algn="r">
              <a:spcBef>
                <a:spcPts val="0"/>
              </a:spcBef>
              <a:spcAft>
                <a:spcPts val="0"/>
              </a:spcAft>
              <a:buNone/>
              <a:defRPr sz="1200">
                <a:solidFill>
                  <a:srgbClr val="888888"/>
                </a:solidFill>
                <a:latin typeface="Calibri"/>
                <a:ea typeface="Calibri"/>
                <a:cs typeface="Calibri"/>
                <a:sym typeface="Calibri"/>
              </a:defRPr>
            </a:lvl5pPr>
            <a:lvl6pPr indent="0" lvl="5" marL="0" marR="0" rtl="0" algn="r">
              <a:spcBef>
                <a:spcPts val="0"/>
              </a:spcBef>
              <a:spcAft>
                <a:spcPts val="0"/>
              </a:spcAft>
              <a:buNone/>
              <a:defRPr sz="1200">
                <a:solidFill>
                  <a:srgbClr val="888888"/>
                </a:solidFill>
                <a:latin typeface="Calibri"/>
                <a:ea typeface="Calibri"/>
                <a:cs typeface="Calibri"/>
                <a:sym typeface="Calibri"/>
              </a:defRPr>
            </a:lvl6pPr>
            <a:lvl7pPr indent="0" lvl="6" marL="0" marR="0" rtl="0" algn="r">
              <a:spcBef>
                <a:spcPts val="0"/>
              </a:spcBef>
              <a:spcAft>
                <a:spcPts val="0"/>
              </a:spcAft>
              <a:buNone/>
              <a:defRPr sz="1200">
                <a:solidFill>
                  <a:srgbClr val="888888"/>
                </a:solidFill>
                <a:latin typeface="Calibri"/>
                <a:ea typeface="Calibri"/>
                <a:cs typeface="Calibri"/>
                <a:sym typeface="Calibri"/>
              </a:defRPr>
            </a:lvl7pPr>
            <a:lvl8pPr indent="0" lvl="7" marL="0" marR="0" rtl="0" algn="r">
              <a:spcBef>
                <a:spcPts val="0"/>
              </a:spcBef>
              <a:spcAft>
                <a:spcPts val="0"/>
              </a:spcAft>
              <a:buNone/>
              <a:defRPr sz="1200">
                <a:solidFill>
                  <a:srgbClr val="888888"/>
                </a:solidFill>
                <a:latin typeface="Calibri"/>
                <a:ea typeface="Calibri"/>
                <a:cs typeface="Calibri"/>
                <a:sym typeface="Calibri"/>
              </a:defRPr>
            </a:lvl8pPr>
            <a:lvl9pPr indent="0" lvl="8" marL="0" marR="0" rtl="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5" name="Shape 115"/>
        <p:cNvGrpSpPr/>
        <p:nvPr/>
      </p:nvGrpSpPr>
      <p:grpSpPr>
        <a:xfrm>
          <a:off x="0" y="0"/>
          <a:ext cx="0" cy="0"/>
          <a:chOff x="0" y="0"/>
          <a:chExt cx="0" cy="0"/>
        </a:xfrm>
      </p:grpSpPr>
      <p:sp>
        <p:nvSpPr>
          <p:cNvPr id="116" name="Google Shape;116;p2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7" name="Google Shape;117;p23"/>
          <p:cNvSpPr txBox="1"/>
          <p:nvPr>
            <p:ph idx="1" type="body"/>
          </p:nvPr>
        </p:nvSpPr>
        <p:spPr>
          <a:xfrm rot="5400000">
            <a:off x="2874750" y="-1217400"/>
            <a:ext cx="3394500" cy="8229600"/>
          </a:xfrm>
          <a:prstGeom prst="rect">
            <a:avLst/>
          </a:prstGeom>
          <a:noFill/>
          <a:ln>
            <a:noFill/>
          </a:ln>
        </p:spPr>
        <p:txBody>
          <a:bodyPr anchorCtr="0" anchor="t" bIns="45700" lIns="91425" spcFirstLastPara="1" rIns="91425" wrap="square" tIns="45700">
            <a:no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360"/>
              </a:spcBef>
              <a:spcAft>
                <a:spcPts val="0"/>
              </a:spcAft>
              <a:buClr>
                <a:schemeClr val="dk1"/>
              </a:buClr>
              <a:buSzPts val="1800"/>
              <a:buChar char="–"/>
              <a:defRPr/>
            </a:lvl2pPr>
            <a:lvl3pPr indent="-342900" lvl="2" marL="1371600" rtl="0" algn="l">
              <a:spcBef>
                <a:spcPts val="360"/>
              </a:spcBef>
              <a:spcAft>
                <a:spcPts val="0"/>
              </a:spcAft>
              <a:buClr>
                <a:schemeClr val="dk1"/>
              </a:buClr>
              <a:buSzPts val="1800"/>
              <a:buChar char="•"/>
              <a:defRPr/>
            </a:lvl3pPr>
            <a:lvl4pPr indent="-342900" lvl="3" marL="1828800" rtl="0" algn="l">
              <a:spcBef>
                <a:spcPts val="360"/>
              </a:spcBef>
              <a:spcAft>
                <a:spcPts val="0"/>
              </a:spcAft>
              <a:buClr>
                <a:schemeClr val="dk1"/>
              </a:buClr>
              <a:buSzPts val="1800"/>
              <a:buChar char="–"/>
              <a:defRPr/>
            </a:lvl4pPr>
            <a:lvl5pPr indent="-342900" lvl="4" marL="2286000" rtl="0" algn="l">
              <a:spcBef>
                <a:spcPts val="360"/>
              </a:spcBef>
              <a:spcAft>
                <a:spcPts val="0"/>
              </a:spcAft>
              <a:buClr>
                <a:schemeClr val="dk1"/>
              </a:buClr>
              <a:buSzPts val="1800"/>
              <a:buChar char="»"/>
              <a:defRPr/>
            </a:lvl5pPr>
            <a:lvl6pPr indent="-342900" lvl="5" marL="2743200" rtl="0" algn="l">
              <a:spcBef>
                <a:spcPts val="360"/>
              </a:spcBef>
              <a:spcAft>
                <a:spcPts val="0"/>
              </a:spcAft>
              <a:buClr>
                <a:schemeClr val="dk1"/>
              </a:buClr>
              <a:buSzPts val="1800"/>
              <a:buChar char="•"/>
              <a:defRPr/>
            </a:lvl6pPr>
            <a:lvl7pPr indent="-342900" lvl="6" marL="3200400" rtl="0" algn="l">
              <a:spcBef>
                <a:spcPts val="360"/>
              </a:spcBef>
              <a:spcAft>
                <a:spcPts val="0"/>
              </a:spcAft>
              <a:buClr>
                <a:schemeClr val="dk1"/>
              </a:buClr>
              <a:buSzPts val="1800"/>
              <a:buChar char="•"/>
              <a:defRPr/>
            </a:lvl7pPr>
            <a:lvl8pPr indent="-342900" lvl="7" marL="3657600" rtl="0" algn="l">
              <a:spcBef>
                <a:spcPts val="360"/>
              </a:spcBef>
              <a:spcAft>
                <a:spcPts val="0"/>
              </a:spcAft>
              <a:buClr>
                <a:schemeClr val="dk1"/>
              </a:buClr>
              <a:buSzPts val="1800"/>
              <a:buChar char="•"/>
              <a:defRPr/>
            </a:lvl8pPr>
            <a:lvl9pPr indent="-342900" lvl="8" marL="4114800" rtl="0" algn="l">
              <a:spcBef>
                <a:spcPts val="360"/>
              </a:spcBef>
              <a:spcAft>
                <a:spcPts val="0"/>
              </a:spcAft>
              <a:buClr>
                <a:schemeClr val="dk1"/>
              </a:buClr>
              <a:buSzPts val="1800"/>
              <a:buChar char="•"/>
              <a:defRPr/>
            </a:lvl9pPr>
          </a:lstStyle>
          <a:p/>
        </p:txBody>
      </p:sp>
      <p:sp>
        <p:nvSpPr>
          <p:cNvPr id="118" name="Google Shape;118;p2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19" name="Google Shape;119;p2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0" name="Google Shape;120;p2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sz="1200">
                <a:solidFill>
                  <a:srgbClr val="888888"/>
                </a:solidFill>
                <a:latin typeface="Calibri"/>
                <a:ea typeface="Calibri"/>
                <a:cs typeface="Calibri"/>
                <a:sym typeface="Calibri"/>
              </a:defRPr>
            </a:lvl1pPr>
            <a:lvl2pPr indent="0" lvl="1" marL="0" marR="0" rtl="0" algn="r">
              <a:spcBef>
                <a:spcPts val="0"/>
              </a:spcBef>
              <a:spcAft>
                <a:spcPts val="0"/>
              </a:spcAft>
              <a:buNone/>
              <a:defRPr sz="1200">
                <a:solidFill>
                  <a:srgbClr val="888888"/>
                </a:solidFill>
                <a:latin typeface="Calibri"/>
                <a:ea typeface="Calibri"/>
                <a:cs typeface="Calibri"/>
                <a:sym typeface="Calibri"/>
              </a:defRPr>
            </a:lvl2pPr>
            <a:lvl3pPr indent="0" lvl="2" marL="0" marR="0" rtl="0" algn="r">
              <a:spcBef>
                <a:spcPts val="0"/>
              </a:spcBef>
              <a:spcAft>
                <a:spcPts val="0"/>
              </a:spcAft>
              <a:buNone/>
              <a:defRPr sz="1200">
                <a:solidFill>
                  <a:srgbClr val="888888"/>
                </a:solidFill>
                <a:latin typeface="Calibri"/>
                <a:ea typeface="Calibri"/>
                <a:cs typeface="Calibri"/>
                <a:sym typeface="Calibri"/>
              </a:defRPr>
            </a:lvl3pPr>
            <a:lvl4pPr indent="0" lvl="3" marL="0" marR="0" rtl="0" algn="r">
              <a:spcBef>
                <a:spcPts val="0"/>
              </a:spcBef>
              <a:spcAft>
                <a:spcPts val="0"/>
              </a:spcAft>
              <a:buNone/>
              <a:defRPr sz="1200">
                <a:solidFill>
                  <a:srgbClr val="888888"/>
                </a:solidFill>
                <a:latin typeface="Calibri"/>
                <a:ea typeface="Calibri"/>
                <a:cs typeface="Calibri"/>
                <a:sym typeface="Calibri"/>
              </a:defRPr>
            </a:lvl4pPr>
            <a:lvl5pPr indent="0" lvl="4" marL="0" marR="0" rtl="0" algn="r">
              <a:spcBef>
                <a:spcPts val="0"/>
              </a:spcBef>
              <a:spcAft>
                <a:spcPts val="0"/>
              </a:spcAft>
              <a:buNone/>
              <a:defRPr sz="1200">
                <a:solidFill>
                  <a:srgbClr val="888888"/>
                </a:solidFill>
                <a:latin typeface="Calibri"/>
                <a:ea typeface="Calibri"/>
                <a:cs typeface="Calibri"/>
                <a:sym typeface="Calibri"/>
              </a:defRPr>
            </a:lvl5pPr>
            <a:lvl6pPr indent="0" lvl="5" marL="0" marR="0" rtl="0" algn="r">
              <a:spcBef>
                <a:spcPts val="0"/>
              </a:spcBef>
              <a:spcAft>
                <a:spcPts val="0"/>
              </a:spcAft>
              <a:buNone/>
              <a:defRPr sz="1200">
                <a:solidFill>
                  <a:srgbClr val="888888"/>
                </a:solidFill>
                <a:latin typeface="Calibri"/>
                <a:ea typeface="Calibri"/>
                <a:cs typeface="Calibri"/>
                <a:sym typeface="Calibri"/>
              </a:defRPr>
            </a:lvl6pPr>
            <a:lvl7pPr indent="0" lvl="6" marL="0" marR="0" rtl="0" algn="r">
              <a:spcBef>
                <a:spcPts val="0"/>
              </a:spcBef>
              <a:spcAft>
                <a:spcPts val="0"/>
              </a:spcAft>
              <a:buNone/>
              <a:defRPr sz="1200">
                <a:solidFill>
                  <a:srgbClr val="888888"/>
                </a:solidFill>
                <a:latin typeface="Calibri"/>
                <a:ea typeface="Calibri"/>
                <a:cs typeface="Calibri"/>
                <a:sym typeface="Calibri"/>
              </a:defRPr>
            </a:lvl7pPr>
            <a:lvl8pPr indent="0" lvl="7" marL="0" marR="0" rtl="0" algn="r">
              <a:spcBef>
                <a:spcPts val="0"/>
              </a:spcBef>
              <a:spcAft>
                <a:spcPts val="0"/>
              </a:spcAft>
              <a:buNone/>
              <a:defRPr sz="1200">
                <a:solidFill>
                  <a:srgbClr val="888888"/>
                </a:solidFill>
                <a:latin typeface="Calibri"/>
                <a:ea typeface="Calibri"/>
                <a:cs typeface="Calibri"/>
                <a:sym typeface="Calibri"/>
              </a:defRPr>
            </a:lvl8pPr>
            <a:lvl9pPr indent="0" lvl="8" marL="0" marR="0" rtl="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1" name="Shape 121"/>
        <p:cNvGrpSpPr/>
        <p:nvPr/>
      </p:nvGrpSpPr>
      <p:grpSpPr>
        <a:xfrm>
          <a:off x="0" y="0"/>
          <a:ext cx="0" cy="0"/>
          <a:chOff x="0" y="0"/>
          <a:chExt cx="0" cy="0"/>
        </a:xfrm>
      </p:grpSpPr>
      <p:sp>
        <p:nvSpPr>
          <p:cNvPr id="122" name="Google Shape;122;p24"/>
          <p:cNvSpPr txBox="1"/>
          <p:nvPr>
            <p:ph type="title"/>
          </p:nvPr>
        </p:nvSpPr>
        <p:spPr>
          <a:xfrm rot="5400000">
            <a:off x="5463750" y="1371629"/>
            <a:ext cx="4388700" cy="20574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23" name="Google Shape;123;p24"/>
          <p:cNvSpPr txBox="1"/>
          <p:nvPr>
            <p:ph idx="1" type="body"/>
          </p:nvPr>
        </p:nvSpPr>
        <p:spPr>
          <a:xfrm rot="5400000">
            <a:off x="1272750" y="-609572"/>
            <a:ext cx="4388700" cy="6019800"/>
          </a:xfrm>
          <a:prstGeom prst="rect">
            <a:avLst/>
          </a:prstGeom>
          <a:noFill/>
          <a:ln>
            <a:noFill/>
          </a:ln>
        </p:spPr>
        <p:txBody>
          <a:bodyPr anchorCtr="0" anchor="t" bIns="45700" lIns="91425" spcFirstLastPara="1" rIns="91425" wrap="square" tIns="45700">
            <a:no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360"/>
              </a:spcBef>
              <a:spcAft>
                <a:spcPts val="0"/>
              </a:spcAft>
              <a:buClr>
                <a:schemeClr val="dk1"/>
              </a:buClr>
              <a:buSzPts val="1800"/>
              <a:buChar char="–"/>
              <a:defRPr/>
            </a:lvl2pPr>
            <a:lvl3pPr indent="-342900" lvl="2" marL="1371600" rtl="0" algn="l">
              <a:spcBef>
                <a:spcPts val="360"/>
              </a:spcBef>
              <a:spcAft>
                <a:spcPts val="0"/>
              </a:spcAft>
              <a:buClr>
                <a:schemeClr val="dk1"/>
              </a:buClr>
              <a:buSzPts val="1800"/>
              <a:buChar char="•"/>
              <a:defRPr/>
            </a:lvl3pPr>
            <a:lvl4pPr indent="-342900" lvl="3" marL="1828800" rtl="0" algn="l">
              <a:spcBef>
                <a:spcPts val="360"/>
              </a:spcBef>
              <a:spcAft>
                <a:spcPts val="0"/>
              </a:spcAft>
              <a:buClr>
                <a:schemeClr val="dk1"/>
              </a:buClr>
              <a:buSzPts val="1800"/>
              <a:buChar char="–"/>
              <a:defRPr/>
            </a:lvl4pPr>
            <a:lvl5pPr indent="-342900" lvl="4" marL="2286000" rtl="0" algn="l">
              <a:spcBef>
                <a:spcPts val="360"/>
              </a:spcBef>
              <a:spcAft>
                <a:spcPts val="0"/>
              </a:spcAft>
              <a:buClr>
                <a:schemeClr val="dk1"/>
              </a:buClr>
              <a:buSzPts val="1800"/>
              <a:buChar char="»"/>
              <a:defRPr/>
            </a:lvl5pPr>
            <a:lvl6pPr indent="-342900" lvl="5" marL="2743200" rtl="0" algn="l">
              <a:spcBef>
                <a:spcPts val="360"/>
              </a:spcBef>
              <a:spcAft>
                <a:spcPts val="0"/>
              </a:spcAft>
              <a:buClr>
                <a:schemeClr val="dk1"/>
              </a:buClr>
              <a:buSzPts val="1800"/>
              <a:buChar char="•"/>
              <a:defRPr/>
            </a:lvl6pPr>
            <a:lvl7pPr indent="-342900" lvl="6" marL="3200400" rtl="0" algn="l">
              <a:spcBef>
                <a:spcPts val="360"/>
              </a:spcBef>
              <a:spcAft>
                <a:spcPts val="0"/>
              </a:spcAft>
              <a:buClr>
                <a:schemeClr val="dk1"/>
              </a:buClr>
              <a:buSzPts val="1800"/>
              <a:buChar char="•"/>
              <a:defRPr/>
            </a:lvl7pPr>
            <a:lvl8pPr indent="-342900" lvl="7" marL="3657600" rtl="0" algn="l">
              <a:spcBef>
                <a:spcPts val="360"/>
              </a:spcBef>
              <a:spcAft>
                <a:spcPts val="0"/>
              </a:spcAft>
              <a:buClr>
                <a:schemeClr val="dk1"/>
              </a:buClr>
              <a:buSzPts val="1800"/>
              <a:buChar char="•"/>
              <a:defRPr/>
            </a:lvl8pPr>
            <a:lvl9pPr indent="-342900" lvl="8" marL="4114800" rtl="0" algn="l">
              <a:spcBef>
                <a:spcPts val="360"/>
              </a:spcBef>
              <a:spcAft>
                <a:spcPts val="0"/>
              </a:spcAft>
              <a:buClr>
                <a:schemeClr val="dk1"/>
              </a:buClr>
              <a:buSzPts val="1800"/>
              <a:buChar char="•"/>
              <a:defRPr/>
            </a:lvl9pPr>
          </a:lstStyle>
          <a:p/>
        </p:txBody>
      </p:sp>
      <p:sp>
        <p:nvSpPr>
          <p:cNvPr id="124" name="Google Shape;124;p2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5" name="Google Shape;125;p2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6" name="Google Shape;126;p2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sz="1200">
                <a:solidFill>
                  <a:srgbClr val="888888"/>
                </a:solidFill>
                <a:latin typeface="Calibri"/>
                <a:ea typeface="Calibri"/>
                <a:cs typeface="Calibri"/>
                <a:sym typeface="Calibri"/>
              </a:defRPr>
            </a:lvl1pPr>
            <a:lvl2pPr indent="0" lvl="1" marL="0" marR="0" rtl="0" algn="r">
              <a:spcBef>
                <a:spcPts val="0"/>
              </a:spcBef>
              <a:spcAft>
                <a:spcPts val="0"/>
              </a:spcAft>
              <a:buNone/>
              <a:defRPr sz="1200">
                <a:solidFill>
                  <a:srgbClr val="888888"/>
                </a:solidFill>
                <a:latin typeface="Calibri"/>
                <a:ea typeface="Calibri"/>
                <a:cs typeface="Calibri"/>
                <a:sym typeface="Calibri"/>
              </a:defRPr>
            </a:lvl2pPr>
            <a:lvl3pPr indent="0" lvl="2" marL="0" marR="0" rtl="0" algn="r">
              <a:spcBef>
                <a:spcPts val="0"/>
              </a:spcBef>
              <a:spcAft>
                <a:spcPts val="0"/>
              </a:spcAft>
              <a:buNone/>
              <a:defRPr sz="1200">
                <a:solidFill>
                  <a:srgbClr val="888888"/>
                </a:solidFill>
                <a:latin typeface="Calibri"/>
                <a:ea typeface="Calibri"/>
                <a:cs typeface="Calibri"/>
                <a:sym typeface="Calibri"/>
              </a:defRPr>
            </a:lvl3pPr>
            <a:lvl4pPr indent="0" lvl="3" marL="0" marR="0" rtl="0" algn="r">
              <a:spcBef>
                <a:spcPts val="0"/>
              </a:spcBef>
              <a:spcAft>
                <a:spcPts val="0"/>
              </a:spcAft>
              <a:buNone/>
              <a:defRPr sz="1200">
                <a:solidFill>
                  <a:srgbClr val="888888"/>
                </a:solidFill>
                <a:latin typeface="Calibri"/>
                <a:ea typeface="Calibri"/>
                <a:cs typeface="Calibri"/>
                <a:sym typeface="Calibri"/>
              </a:defRPr>
            </a:lvl4pPr>
            <a:lvl5pPr indent="0" lvl="4" marL="0" marR="0" rtl="0" algn="r">
              <a:spcBef>
                <a:spcPts val="0"/>
              </a:spcBef>
              <a:spcAft>
                <a:spcPts val="0"/>
              </a:spcAft>
              <a:buNone/>
              <a:defRPr sz="1200">
                <a:solidFill>
                  <a:srgbClr val="888888"/>
                </a:solidFill>
                <a:latin typeface="Calibri"/>
                <a:ea typeface="Calibri"/>
                <a:cs typeface="Calibri"/>
                <a:sym typeface="Calibri"/>
              </a:defRPr>
            </a:lvl5pPr>
            <a:lvl6pPr indent="0" lvl="5" marL="0" marR="0" rtl="0" algn="r">
              <a:spcBef>
                <a:spcPts val="0"/>
              </a:spcBef>
              <a:spcAft>
                <a:spcPts val="0"/>
              </a:spcAft>
              <a:buNone/>
              <a:defRPr sz="1200">
                <a:solidFill>
                  <a:srgbClr val="888888"/>
                </a:solidFill>
                <a:latin typeface="Calibri"/>
                <a:ea typeface="Calibri"/>
                <a:cs typeface="Calibri"/>
                <a:sym typeface="Calibri"/>
              </a:defRPr>
            </a:lvl6pPr>
            <a:lvl7pPr indent="0" lvl="6" marL="0" marR="0" rtl="0" algn="r">
              <a:spcBef>
                <a:spcPts val="0"/>
              </a:spcBef>
              <a:spcAft>
                <a:spcPts val="0"/>
              </a:spcAft>
              <a:buNone/>
              <a:defRPr sz="1200">
                <a:solidFill>
                  <a:srgbClr val="888888"/>
                </a:solidFill>
                <a:latin typeface="Calibri"/>
                <a:ea typeface="Calibri"/>
                <a:cs typeface="Calibri"/>
                <a:sym typeface="Calibri"/>
              </a:defRPr>
            </a:lvl7pPr>
            <a:lvl8pPr indent="0" lvl="7" marL="0" marR="0" rtl="0" algn="r">
              <a:spcBef>
                <a:spcPts val="0"/>
              </a:spcBef>
              <a:spcAft>
                <a:spcPts val="0"/>
              </a:spcAft>
              <a:buNone/>
              <a:defRPr sz="1200">
                <a:solidFill>
                  <a:srgbClr val="888888"/>
                </a:solidFill>
                <a:latin typeface="Calibri"/>
                <a:ea typeface="Calibri"/>
                <a:cs typeface="Calibri"/>
                <a:sym typeface="Calibri"/>
              </a:defRPr>
            </a:lvl8pPr>
            <a:lvl9pPr indent="0" lvl="8" marL="0" marR="0" rtl="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4262C"/>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 name="Shape 52"/>
        <p:cNvGrpSpPr/>
        <p:nvPr/>
      </p:nvGrpSpPr>
      <p:grpSpPr>
        <a:xfrm>
          <a:off x="0" y="0"/>
          <a:ext cx="0" cy="0"/>
          <a:chOff x="0" y="0"/>
          <a:chExt cx="0" cy="0"/>
        </a:xfrm>
      </p:grpSpPr>
      <p:sp>
        <p:nvSpPr>
          <p:cNvPr id="53" name="Google Shape;53;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54" name="Google Shape;54;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5" name="Google Shape;55;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7" name="Google Shape;57;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rtl="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rtl="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rtl="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rtl="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rtl="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rtl="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rtl="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rtl="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8.jpg"/><Relationship Id="rId4" Type="http://schemas.openxmlformats.org/officeDocument/2006/relationships/image" Target="../media/image2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jpg"/><Relationship Id="rId4"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5.png"/><Relationship Id="rId4" Type="http://schemas.openxmlformats.org/officeDocument/2006/relationships/image" Target="../media/image13.png"/><Relationship Id="rId5" Type="http://schemas.openxmlformats.org/officeDocument/2006/relationships/image" Target="../media/image8.png"/><Relationship Id="rId6"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6.jpg"/><Relationship Id="rId4" Type="http://schemas.openxmlformats.org/officeDocument/2006/relationships/image" Target="../media/image22.jpg"/><Relationship Id="rId5" Type="http://schemas.openxmlformats.org/officeDocument/2006/relationships/image" Target="../media/image3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5.jpg"/><Relationship Id="rId4" Type="http://schemas.openxmlformats.org/officeDocument/2006/relationships/image" Target="../media/image23.jpg"/><Relationship Id="rId5" Type="http://schemas.openxmlformats.org/officeDocument/2006/relationships/image" Target="../media/image2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35.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34.jpg"/><Relationship Id="rId4" Type="http://schemas.openxmlformats.org/officeDocument/2006/relationships/image" Target="../media/image38.jpg"/><Relationship Id="rId5" Type="http://schemas.openxmlformats.org/officeDocument/2006/relationships/image" Target="../media/image39.jpg"/><Relationship Id="rId6" Type="http://schemas.openxmlformats.org/officeDocument/2006/relationships/image" Target="../media/image36.jpg"/><Relationship Id="rId7" Type="http://schemas.openxmlformats.org/officeDocument/2006/relationships/image" Target="../media/image4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hyperlink" Target="http://drive.google.com/file/d/1MGYngnMZ5R3S_xpiwgNpnEJBPZLVHuqT/view" TargetMode="External"/><Relationship Id="rId4" Type="http://schemas.openxmlformats.org/officeDocument/2006/relationships/image" Target="../media/image2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31.jpg"/><Relationship Id="rId4" Type="http://schemas.openxmlformats.org/officeDocument/2006/relationships/image" Target="../media/image4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51.jpg"/><Relationship Id="rId4" Type="http://schemas.openxmlformats.org/officeDocument/2006/relationships/image" Target="../media/image32.jpg"/><Relationship Id="rId10" Type="http://schemas.openxmlformats.org/officeDocument/2006/relationships/image" Target="../media/image60.png"/><Relationship Id="rId9" Type="http://schemas.openxmlformats.org/officeDocument/2006/relationships/image" Target="../media/image45.jpg"/><Relationship Id="rId5" Type="http://schemas.openxmlformats.org/officeDocument/2006/relationships/image" Target="../media/image44.jpg"/><Relationship Id="rId6" Type="http://schemas.openxmlformats.org/officeDocument/2006/relationships/image" Target="../media/image50.jpg"/><Relationship Id="rId7" Type="http://schemas.openxmlformats.org/officeDocument/2006/relationships/image" Target="../media/image53.jpg"/><Relationship Id="rId8" Type="http://schemas.openxmlformats.org/officeDocument/2006/relationships/image" Target="../media/image4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41.jpg"/><Relationship Id="rId4" Type="http://schemas.openxmlformats.org/officeDocument/2006/relationships/image" Target="../media/image46.jpg"/><Relationship Id="rId5" Type="http://schemas.openxmlformats.org/officeDocument/2006/relationships/image" Target="../media/image5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image" Target="../media/image8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hyperlink" Target="https://fr.spun.earth/networks/mycorrhizal-fungi" TargetMode="External"/><Relationship Id="rId4" Type="http://schemas.openxmlformats.org/officeDocument/2006/relationships/hyperlink" Target="http://www.youtube.com/watch?v=Xu2D-sZ4Msc" TargetMode="External"/><Relationship Id="rId5" Type="http://schemas.openxmlformats.org/officeDocument/2006/relationships/image" Target="../media/image52.jpg"/><Relationship Id="rId6" Type="http://schemas.openxmlformats.org/officeDocument/2006/relationships/image" Target="../media/image4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64.jpg"/><Relationship Id="rId4" Type="http://schemas.openxmlformats.org/officeDocument/2006/relationships/image" Target="../media/image42.png"/><Relationship Id="rId5" Type="http://schemas.openxmlformats.org/officeDocument/2006/relationships/image" Target="../media/image5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5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67.jpg"/><Relationship Id="rId4" Type="http://schemas.openxmlformats.org/officeDocument/2006/relationships/image" Target="../media/image6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57.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63.jpg"/><Relationship Id="rId4" Type="http://schemas.openxmlformats.org/officeDocument/2006/relationships/image" Target="../media/image7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6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image" Target="../media/image59.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73.png"/><Relationship Id="rId4" Type="http://schemas.openxmlformats.org/officeDocument/2006/relationships/image" Target="../media/image7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image" Target="../media/image54.jpg"/><Relationship Id="rId4" Type="http://schemas.openxmlformats.org/officeDocument/2006/relationships/image" Target="../media/image65.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image" Target="../media/image76.jpg"/><Relationship Id="rId4" Type="http://schemas.openxmlformats.org/officeDocument/2006/relationships/image" Target="../media/image6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image" Target="../media/image71.png"/><Relationship Id="rId4" Type="http://schemas.openxmlformats.org/officeDocument/2006/relationships/image" Target="../media/image84.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 Id="rId3" Type="http://schemas.openxmlformats.org/officeDocument/2006/relationships/image" Target="../media/image69.jpg"/><Relationship Id="rId4" Type="http://schemas.openxmlformats.org/officeDocument/2006/relationships/image" Target="../media/image7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 Id="rId3" Type="http://schemas.openxmlformats.org/officeDocument/2006/relationships/image" Target="../media/image78.jpg"/><Relationship Id="rId4" Type="http://schemas.openxmlformats.org/officeDocument/2006/relationships/image" Target="../media/image89.jpg"/><Relationship Id="rId5" Type="http://schemas.openxmlformats.org/officeDocument/2006/relationships/image" Target="../media/image8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http://www.youtube.com/watch?v=YSuBgwCiWDU" TargetMode="External"/><Relationship Id="rId4" Type="http://schemas.openxmlformats.org/officeDocument/2006/relationships/image" Target="../media/image68.jpg"/><Relationship Id="rId10" Type="http://schemas.openxmlformats.org/officeDocument/2006/relationships/image" Target="../media/image83.jpg"/><Relationship Id="rId9" Type="http://schemas.openxmlformats.org/officeDocument/2006/relationships/hyperlink" Target="http://drive.google.com/file/d/1XrLSAFuYDKTDSRb8FaFz7mr0vvsTY1Qm/view" TargetMode="External"/><Relationship Id="rId5" Type="http://schemas.openxmlformats.org/officeDocument/2006/relationships/hyperlink" Target="http://www.youtube.com/watch?v=zDFgeOZjTi0" TargetMode="External"/><Relationship Id="rId6" Type="http://schemas.openxmlformats.org/officeDocument/2006/relationships/image" Target="../media/image77.jpg"/><Relationship Id="rId7" Type="http://schemas.openxmlformats.org/officeDocument/2006/relationships/hyperlink" Target="http://www.youtube.com/watch?v=S-b23OO3J9g" TargetMode="External"/><Relationship Id="rId8" Type="http://schemas.openxmlformats.org/officeDocument/2006/relationships/image" Target="../media/image79.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3.xml"/><Relationship Id="rId3" Type="http://schemas.openxmlformats.org/officeDocument/2006/relationships/image" Target="../media/image85.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 Id="rId3" Type="http://schemas.openxmlformats.org/officeDocument/2006/relationships/image" Target="../media/image75.jpg"/><Relationship Id="rId4" Type="http://schemas.openxmlformats.org/officeDocument/2006/relationships/image" Target="../media/image8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 Id="rId3" Type="http://schemas.openxmlformats.org/officeDocument/2006/relationships/image" Target="../media/image105.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 Id="rId3" Type="http://schemas.openxmlformats.org/officeDocument/2006/relationships/image" Target="../media/image88.jpg"/><Relationship Id="rId4" Type="http://schemas.openxmlformats.org/officeDocument/2006/relationships/image" Target="../media/image90.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7.xml"/><Relationship Id="rId3" Type="http://schemas.openxmlformats.org/officeDocument/2006/relationships/image" Target="../media/image114.jpg"/><Relationship Id="rId4" Type="http://schemas.openxmlformats.org/officeDocument/2006/relationships/image" Target="../media/image98.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 Id="rId3" Type="http://schemas.openxmlformats.org/officeDocument/2006/relationships/image" Target="../media/image104.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 Id="rId3" Type="http://schemas.openxmlformats.org/officeDocument/2006/relationships/image" Target="../media/image97.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 Id="rId3" Type="http://schemas.openxmlformats.org/officeDocument/2006/relationships/image" Target="../media/image93.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 Id="rId3" Type="http://schemas.openxmlformats.org/officeDocument/2006/relationships/image" Target="../media/image86.jpg"/><Relationship Id="rId4" Type="http://schemas.openxmlformats.org/officeDocument/2006/relationships/image" Target="../media/image9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 Id="rId3" Type="http://schemas.openxmlformats.org/officeDocument/2006/relationships/image" Target="../media/image95.jpg"/><Relationship Id="rId4" Type="http://schemas.openxmlformats.org/officeDocument/2006/relationships/image" Target="../media/image92.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3.xml"/><Relationship Id="rId3" Type="http://schemas.openxmlformats.org/officeDocument/2006/relationships/image" Target="../media/image102.png"/><Relationship Id="rId4" Type="http://schemas.openxmlformats.org/officeDocument/2006/relationships/image" Target="../media/image107.png"/><Relationship Id="rId5" Type="http://schemas.openxmlformats.org/officeDocument/2006/relationships/image" Target="../media/image87.png"/><Relationship Id="rId6" Type="http://schemas.openxmlformats.org/officeDocument/2006/relationships/image" Target="../media/image110.png"/><Relationship Id="rId7" Type="http://schemas.openxmlformats.org/officeDocument/2006/relationships/image" Target="../media/image11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 Id="rId3" Type="http://schemas.openxmlformats.org/officeDocument/2006/relationships/image" Target="../media/image96.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 Id="rId3" Type="http://schemas.openxmlformats.org/officeDocument/2006/relationships/image" Target="../media/image101.jpg"/><Relationship Id="rId4" Type="http://schemas.openxmlformats.org/officeDocument/2006/relationships/image" Target="../media/image94.jpg"/><Relationship Id="rId5" Type="http://schemas.openxmlformats.org/officeDocument/2006/relationships/image" Target="../media/image109.jpg"/><Relationship Id="rId6" Type="http://schemas.openxmlformats.org/officeDocument/2006/relationships/image" Target="../media/image99.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6.xml"/><Relationship Id="rId3" Type="http://schemas.openxmlformats.org/officeDocument/2006/relationships/image" Target="../media/image116.jpg"/><Relationship Id="rId4" Type="http://schemas.openxmlformats.org/officeDocument/2006/relationships/image" Target="../media/image108.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 Id="rId3" Type="http://schemas.openxmlformats.org/officeDocument/2006/relationships/image" Target="../media/image100.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 Id="rId3" Type="http://schemas.openxmlformats.org/officeDocument/2006/relationships/image" Target="../media/image11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 Id="rId3" Type="http://schemas.openxmlformats.org/officeDocument/2006/relationships/image" Target="../media/image103.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 Id="rId3" Type="http://schemas.openxmlformats.org/officeDocument/2006/relationships/hyperlink" Target="https://www.mdpi.com/2309-608X/9/3/338#B32-jof-09-00338" TargetMode="External"/><Relationship Id="rId4" Type="http://schemas.openxmlformats.org/officeDocument/2006/relationships/hyperlink" Target="https://www.mdpi.com/2309-608X/9/3/338#B33-jof-09-00338" TargetMode="External"/><Relationship Id="rId5" Type="http://schemas.openxmlformats.org/officeDocument/2006/relationships/hyperlink" Target="https://www.mdpi.com/2309-608X/9/3/338#B34-jof-09-00338" TargetMode="External"/><Relationship Id="rId6" Type="http://schemas.openxmlformats.org/officeDocument/2006/relationships/hyperlink" Target="https://www.mdpi.com/2309-608X/9/3/338#B35-jof-09-00338" TargetMode="External"/><Relationship Id="rId7" Type="http://schemas.openxmlformats.org/officeDocument/2006/relationships/hyperlink" Target="https://www.mdpi.com/2309-608X/9/3/338#B36-jof-09-00338" TargetMode="External"/><Relationship Id="rId8" Type="http://schemas.openxmlformats.org/officeDocument/2006/relationships/hyperlink" Target="https://www.mdpi.com/2309-608X/9/3/338#B37-jof-09-00338"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 Id="rId3" Type="http://schemas.openxmlformats.org/officeDocument/2006/relationships/image" Target="../media/image10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 Id="rId3" Type="http://schemas.openxmlformats.org/officeDocument/2006/relationships/image" Target="../media/image11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3.xml"/><Relationship Id="rId3" Type="http://schemas.openxmlformats.org/officeDocument/2006/relationships/image" Target="../media/image11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4.xml"/><Relationship Id="rId3" Type="http://schemas.openxmlformats.org/officeDocument/2006/relationships/image" Target="../media/image11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155.jpg"/></Relationships>
</file>

<file path=ppt/slides/_rels/slide66.xml.rels><?xml version="1.0" encoding="UTF-8" standalone="yes"?><Relationships xmlns="http://schemas.openxmlformats.org/package/2006/relationships"><Relationship Id="rId11" Type="http://schemas.openxmlformats.org/officeDocument/2006/relationships/image" Target="../media/image150.png"/><Relationship Id="rId10" Type="http://schemas.openxmlformats.org/officeDocument/2006/relationships/image" Target="../media/image140.png"/><Relationship Id="rId13" Type="http://schemas.openxmlformats.org/officeDocument/2006/relationships/image" Target="../media/image144.png"/><Relationship Id="rId12" Type="http://schemas.openxmlformats.org/officeDocument/2006/relationships/image" Target="../media/image124.png"/><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hyperlink" Target="http://www.youtube.com/watch?v=6KAnGAtSSgE" TargetMode="External"/><Relationship Id="rId4" Type="http://schemas.openxmlformats.org/officeDocument/2006/relationships/image" Target="../media/image113.jpg"/><Relationship Id="rId9" Type="http://schemas.openxmlformats.org/officeDocument/2006/relationships/image" Target="../media/image120.png"/><Relationship Id="rId15" Type="http://schemas.openxmlformats.org/officeDocument/2006/relationships/image" Target="../media/image132.png"/><Relationship Id="rId14" Type="http://schemas.openxmlformats.org/officeDocument/2006/relationships/image" Target="../media/image122.png"/><Relationship Id="rId17" Type="http://schemas.openxmlformats.org/officeDocument/2006/relationships/image" Target="../media/image126.png"/><Relationship Id="rId16" Type="http://schemas.openxmlformats.org/officeDocument/2006/relationships/image" Target="../media/image125.png"/><Relationship Id="rId5" Type="http://schemas.openxmlformats.org/officeDocument/2006/relationships/image" Target="../media/image139.png"/><Relationship Id="rId19" Type="http://schemas.openxmlformats.org/officeDocument/2006/relationships/image" Target="../media/image129.png"/><Relationship Id="rId6" Type="http://schemas.openxmlformats.org/officeDocument/2006/relationships/image" Target="../media/image121.png"/><Relationship Id="rId18" Type="http://schemas.openxmlformats.org/officeDocument/2006/relationships/image" Target="../media/image136.png"/><Relationship Id="rId7" Type="http://schemas.openxmlformats.org/officeDocument/2006/relationships/image" Target="../media/image118.png"/><Relationship Id="rId8" Type="http://schemas.openxmlformats.org/officeDocument/2006/relationships/image" Target="../media/image13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14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123.png"/></Relationships>
</file>

<file path=ppt/slides/_rels/slide69.xml.rels><?xml version="1.0" encoding="UTF-8" standalone="yes"?><Relationships xmlns="http://schemas.openxmlformats.org/package/2006/relationships"><Relationship Id="rId10" Type="http://schemas.openxmlformats.org/officeDocument/2006/relationships/image" Target="../media/image128.jpg"/><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hyperlink" Target="http://drive.google.com/file/d/1nrcbrOELjFr-ofNEnWWbz1WnHnWTjFrT/view" TargetMode="External"/><Relationship Id="rId4" Type="http://schemas.openxmlformats.org/officeDocument/2006/relationships/image" Target="../media/image137.jpg"/><Relationship Id="rId9" Type="http://schemas.openxmlformats.org/officeDocument/2006/relationships/hyperlink" Target="http://drive.google.com/file/d/1lhBj0itXkQUblwIfmxYqQqlGFZUUcwGu/view" TargetMode="External"/><Relationship Id="rId5" Type="http://schemas.openxmlformats.org/officeDocument/2006/relationships/hyperlink" Target="http://drive.google.com/file/d/1tKJnQFn_HDiEgjv16sGA5AI4uEO9ZSnY/view" TargetMode="External"/><Relationship Id="rId6" Type="http://schemas.openxmlformats.org/officeDocument/2006/relationships/image" Target="../media/image130.jpg"/><Relationship Id="rId7" Type="http://schemas.openxmlformats.org/officeDocument/2006/relationships/hyperlink" Target="http://drive.google.com/file/d/1ktHpL4Sut1bqFBiVNHhmvbaZ7Qe0cpB5/view" TargetMode="External"/><Relationship Id="rId8" Type="http://schemas.openxmlformats.org/officeDocument/2006/relationships/image" Target="../media/image127.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131.png"/><Relationship Id="rId4" Type="http://schemas.openxmlformats.org/officeDocument/2006/relationships/image" Target="../media/image147.png"/><Relationship Id="rId5" Type="http://schemas.openxmlformats.org/officeDocument/2006/relationships/image" Target="../media/image13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143.png"/><Relationship Id="rId4" Type="http://schemas.openxmlformats.org/officeDocument/2006/relationships/image" Target="../media/image145.png"/><Relationship Id="rId5" Type="http://schemas.openxmlformats.org/officeDocument/2006/relationships/image" Target="../media/image141.png"/><Relationship Id="rId6" Type="http://schemas.openxmlformats.org/officeDocument/2006/relationships/image" Target="../media/image13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146.png"/><Relationship Id="rId4" Type="http://schemas.openxmlformats.org/officeDocument/2006/relationships/image" Target="../media/image154.png"/><Relationship Id="rId5" Type="http://schemas.openxmlformats.org/officeDocument/2006/relationships/image" Target="../media/image151.png"/><Relationship Id="rId6" Type="http://schemas.openxmlformats.org/officeDocument/2006/relationships/image" Target="../media/image14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149.png"/><Relationship Id="rId4" Type="http://schemas.openxmlformats.org/officeDocument/2006/relationships/hyperlink" Target="http://drive.google.com/file/d/1XrLSAFuYDKTDSRb8FaFz7mr0vvsTY1Qm/view" TargetMode="External"/><Relationship Id="rId5" Type="http://schemas.openxmlformats.org/officeDocument/2006/relationships/image" Target="../media/image83.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 Id="rId3" Type="http://schemas.openxmlformats.org/officeDocument/2006/relationships/image" Target="../media/image15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5.xml"/><Relationship Id="rId3" Type="http://schemas.openxmlformats.org/officeDocument/2006/relationships/image" Target="../media/image158.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6.xml"/><Relationship Id="rId3" Type="http://schemas.openxmlformats.org/officeDocument/2006/relationships/image" Target="../media/image153.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7.xml"/><Relationship Id="rId3" Type="http://schemas.openxmlformats.org/officeDocument/2006/relationships/image" Target="../media/image15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8.xml"/><Relationship Id="rId3" Type="http://schemas.openxmlformats.org/officeDocument/2006/relationships/image" Target="../media/image15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9.xml"/><Relationship Id="rId3" Type="http://schemas.openxmlformats.org/officeDocument/2006/relationships/image" Target="../media/image15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t/>
            </a:r>
            <a:endParaRPr/>
          </a:p>
        </p:txBody>
      </p:sp>
      <p:pic>
        <p:nvPicPr>
          <p:cNvPr id="132" name="Google Shape;132;p25"/>
          <p:cNvPicPr preferRelativeResize="0"/>
          <p:nvPr/>
        </p:nvPicPr>
        <p:blipFill rotWithShape="1">
          <a:blip r:embed="rId3">
            <a:alphaModFix/>
          </a:blip>
          <a:srcRect b="0" l="24012" r="21063" t="0"/>
          <a:stretch/>
        </p:blipFill>
        <p:spPr>
          <a:xfrm>
            <a:off x="46725" y="1755175"/>
            <a:ext cx="9227725" cy="21757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2526900" y="2150850"/>
            <a:ext cx="43485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fr" sz="2800">
                <a:solidFill>
                  <a:schemeClr val="lt1"/>
                </a:solidFill>
                <a:latin typeface="Helvetica Neue"/>
                <a:ea typeface="Helvetica Neue"/>
                <a:cs typeface="Helvetica Neue"/>
                <a:sym typeface="Helvetica Neue"/>
              </a:rPr>
              <a:t>M  Y  C  O  C  Y  C  L  E   </a:t>
            </a:r>
            <a:endParaRPr b="1" sz="2800">
              <a:solidFill>
                <a:schemeClr val="lt1"/>
              </a:solidFill>
              <a:latin typeface="Helvetica Neue"/>
              <a:ea typeface="Helvetica Neue"/>
              <a:cs typeface="Helvetica Neue"/>
              <a:sym typeface="Helvetica Neue"/>
            </a:endParaRPr>
          </a:p>
        </p:txBody>
      </p:sp>
      <p:pic>
        <p:nvPicPr>
          <p:cNvPr id="138" name="Google Shape;138;p26"/>
          <p:cNvPicPr preferRelativeResize="0"/>
          <p:nvPr/>
        </p:nvPicPr>
        <p:blipFill rotWithShape="1">
          <a:blip r:embed="rId3">
            <a:alphaModFix/>
          </a:blip>
          <a:srcRect b="0" l="4389" r="-7674" t="0"/>
          <a:stretch/>
        </p:blipFill>
        <p:spPr>
          <a:xfrm>
            <a:off x="-9814925" y="3450525"/>
            <a:ext cx="9878249" cy="1357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nvSpPr>
        <p:spPr>
          <a:xfrm>
            <a:off x="3871925" y="943950"/>
            <a:ext cx="3157200" cy="831300"/>
          </a:xfrm>
          <a:prstGeom prst="rect">
            <a:avLst/>
          </a:prstGeom>
          <a:noFill/>
          <a:ln cap="flat" cmpd="sng" w="9525">
            <a:solidFill>
              <a:srgbClr val="04262C"/>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fr">
                <a:solidFill>
                  <a:srgbClr val="04262C"/>
                </a:solidFill>
              </a:rPr>
              <a:t>1-10 spores / respiration </a:t>
            </a:r>
            <a:endParaRPr b="1">
              <a:solidFill>
                <a:srgbClr val="04262C"/>
              </a:solidFill>
            </a:endParaRPr>
          </a:p>
          <a:p>
            <a:pPr indent="0" lvl="0" marL="0" rtl="0" algn="l">
              <a:spcBef>
                <a:spcPts val="0"/>
              </a:spcBef>
              <a:spcAft>
                <a:spcPts val="0"/>
              </a:spcAft>
              <a:buNone/>
            </a:pPr>
            <a:r>
              <a:t/>
            </a:r>
            <a:endParaRPr b="1">
              <a:solidFill>
                <a:srgbClr val="04262C"/>
              </a:solidFill>
            </a:endParaRPr>
          </a:p>
          <a:p>
            <a:pPr indent="0" lvl="0" marL="0" rtl="0" algn="l">
              <a:spcBef>
                <a:spcPts val="0"/>
              </a:spcBef>
              <a:spcAft>
                <a:spcPts val="0"/>
              </a:spcAft>
              <a:buNone/>
            </a:pPr>
            <a:r>
              <a:rPr b="1" lang="fr">
                <a:solidFill>
                  <a:srgbClr val="04262C"/>
                </a:solidFill>
              </a:rPr>
              <a:t>On prend 20 000 respirations / jour </a:t>
            </a:r>
            <a:endParaRPr b="1">
              <a:solidFill>
                <a:srgbClr val="04262C"/>
              </a:solidFill>
            </a:endParaRPr>
          </a:p>
        </p:txBody>
      </p:sp>
      <p:pic>
        <p:nvPicPr>
          <p:cNvPr id="144" name="Google Shape;144;p27"/>
          <p:cNvPicPr preferRelativeResize="0"/>
          <p:nvPr/>
        </p:nvPicPr>
        <p:blipFill>
          <a:blip r:embed="rId3">
            <a:alphaModFix/>
          </a:blip>
          <a:stretch>
            <a:fillRect/>
          </a:stretch>
        </p:blipFill>
        <p:spPr>
          <a:xfrm>
            <a:off x="1580100" y="1458875"/>
            <a:ext cx="2404075" cy="2756675"/>
          </a:xfrm>
          <a:prstGeom prst="rect">
            <a:avLst/>
          </a:prstGeom>
          <a:noFill/>
          <a:ln>
            <a:noFill/>
          </a:ln>
        </p:spPr>
      </p:pic>
      <p:cxnSp>
        <p:nvCxnSpPr>
          <p:cNvPr id="145" name="Google Shape;145;p27"/>
          <p:cNvCxnSpPr/>
          <p:nvPr/>
        </p:nvCxnSpPr>
        <p:spPr>
          <a:xfrm rot="10800000">
            <a:off x="3984324" y="2942174"/>
            <a:ext cx="1534200" cy="353100"/>
          </a:xfrm>
          <a:prstGeom prst="straightConnector1">
            <a:avLst/>
          </a:prstGeom>
          <a:noFill/>
          <a:ln cap="flat" cmpd="sng" w="38100">
            <a:solidFill>
              <a:srgbClr val="04262C"/>
            </a:solidFill>
            <a:prstDash val="solid"/>
            <a:round/>
            <a:headEnd len="med" w="med" type="triangle"/>
            <a:tailEnd len="med" w="med" type="triangle"/>
          </a:ln>
        </p:spPr>
      </p:cxnSp>
      <p:pic>
        <p:nvPicPr>
          <p:cNvPr id="146" name="Google Shape;146;p27"/>
          <p:cNvPicPr preferRelativeResize="0"/>
          <p:nvPr/>
        </p:nvPicPr>
        <p:blipFill>
          <a:blip r:embed="rId4">
            <a:alphaModFix/>
          </a:blip>
          <a:stretch>
            <a:fillRect/>
          </a:stretch>
        </p:blipFill>
        <p:spPr>
          <a:xfrm>
            <a:off x="5636284" y="2614839"/>
            <a:ext cx="1704000" cy="1457400"/>
          </a:xfrm>
          <a:prstGeom prst="ellipse">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28"/>
          <p:cNvPicPr preferRelativeResize="0"/>
          <p:nvPr/>
        </p:nvPicPr>
        <p:blipFill>
          <a:blip r:embed="rId3">
            <a:alphaModFix/>
          </a:blip>
          <a:stretch>
            <a:fillRect/>
          </a:stretch>
        </p:blipFill>
        <p:spPr>
          <a:xfrm>
            <a:off x="1306425" y="1744101"/>
            <a:ext cx="2986900" cy="2853724"/>
          </a:xfrm>
          <a:prstGeom prst="rect">
            <a:avLst/>
          </a:prstGeom>
          <a:noFill/>
          <a:ln>
            <a:noFill/>
          </a:ln>
        </p:spPr>
      </p:pic>
      <p:pic>
        <p:nvPicPr>
          <p:cNvPr id="152" name="Google Shape;152;p28"/>
          <p:cNvPicPr preferRelativeResize="0"/>
          <p:nvPr/>
        </p:nvPicPr>
        <p:blipFill rotWithShape="1">
          <a:blip r:embed="rId4">
            <a:alphaModFix/>
          </a:blip>
          <a:srcRect b="0" l="0" r="0" t="16177"/>
          <a:stretch/>
        </p:blipFill>
        <p:spPr>
          <a:xfrm>
            <a:off x="4527275" y="838900"/>
            <a:ext cx="3445599" cy="2676801"/>
          </a:xfrm>
          <a:prstGeom prst="rect">
            <a:avLst/>
          </a:prstGeom>
          <a:noFill/>
          <a:ln>
            <a:noFill/>
          </a:ln>
        </p:spPr>
      </p:pic>
      <p:sp>
        <p:nvSpPr>
          <p:cNvPr id="153" name="Google Shape;153;p28"/>
          <p:cNvSpPr txBox="1"/>
          <p:nvPr/>
        </p:nvSpPr>
        <p:spPr>
          <a:xfrm>
            <a:off x="1446075" y="957000"/>
            <a:ext cx="3000000" cy="1054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fr" sz="1000">
                <a:latin typeface="Montserrat"/>
                <a:ea typeface="Montserrat"/>
                <a:cs typeface="Montserrat"/>
                <a:sym typeface="Montserrat"/>
              </a:rPr>
              <a:t>Je suis égal, chaque année, au poids de 500.000 baleines bleues flottants dans l'atmosphère terrestre - soit 50 mégatonnes</a:t>
            </a:r>
            <a:endParaRPr sz="1000">
              <a:latin typeface="Montserrat"/>
              <a:ea typeface="Montserrat"/>
              <a:cs typeface="Montserrat"/>
              <a:sym typeface="Montserrat"/>
            </a:endParaRPr>
          </a:p>
          <a:p>
            <a:pPr indent="0" lvl="0" marL="0" rtl="0" algn="l">
              <a:spcBef>
                <a:spcPts val="0"/>
              </a:spcBef>
              <a:spcAft>
                <a:spcPts val="0"/>
              </a:spcAft>
              <a:buNone/>
            </a:pPr>
            <a:r>
              <a:t/>
            </a:r>
            <a:endParaRPr sz="1100">
              <a:latin typeface="Montserrat"/>
              <a:ea typeface="Montserrat"/>
              <a:cs typeface="Montserrat"/>
              <a:sym typeface="Montserrat"/>
            </a:endParaRPr>
          </a:p>
          <a:p>
            <a:pPr indent="0" lvl="0" marL="0" rtl="0" algn="l">
              <a:spcBef>
                <a:spcPts val="0"/>
              </a:spcBef>
              <a:spcAft>
                <a:spcPts val="0"/>
              </a:spcAft>
              <a:buNone/>
            </a:pPr>
            <a:r>
              <a:t/>
            </a:r>
            <a:endParaRPr sz="1100">
              <a:latin typeface="Montserrat"/>
              <a:ea typeface="Montserrat"/>
              <a:cs typeface="Montserrat"/>
              <a:sym typeface="Montserrat"/>
            </a:endParaRPr>
          </a:p>
        </p:txBody>
      </p:sp>
      <p:sp>
        <p:nvSpPr>
          <p:cNvPr id="154" name="Google Shape;154;p28"/>
          <p:cNvSpPr txBox="1"/>
          <p:nvPr/>
        </p:nvSpPr>
        <p:spPr>
          <a:xfrm>
            <a:off x="4967425" y="3555450"/>
            <a:ext cx="2780100" cy="801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fr" sz="900">
                <a:solidFill>
                  <a:schemeClr val="dk1"/>
                </a:solidFill>
                <a:latin typeface="Montserrat"/>
                <a:ea typeface="Montserrat"/>
                <a:cs typeface="Montserrat"/>
                <a:sym typeface="Montserrat"/>
              </a:rPr>
              <a:t>J'influence la météo en amorçant la formation des gouttes d'eau et des cristaux de glace qui forment les nuages, les flocons de neige, le grésil et la grêle</a:t>
            </a:r>
            <a:endParaRPr sz="900">
              <a:solidFill>
                <a:schemeClr val="dk1"/>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60" name="Google Shape;160;p2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61" name="Google Shape;161;p29"/>
          <p:cNvPicPr preferRelativeResize="0"/>
          <p:nvPr/>
        </p:nvPicPr>
        <p:blipFill>
          <a:blip r:embed="rId3">
            <a:alphaModFix/>
          </a:blip>
          <a:stretch>
            <a:fillRect/>
          </a:stretch>
        </p:blipFill>
        <p:spPr>
          <a:xfrm>
            <a:off x="2415625" y="635626"/>
            <a:ext cx="4459099" cy="39771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67" name="Google Shape;167;p3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68" name="Google Shape;168;p30"/>
          <p:cNvPicPr preferRelativeResize="0"/>
          <p:nvPr/>
        </p:nvPicPr>
        <p:blipFill>
          <a:blip r:embed="rId3">
            <a:alphaModFix/>
          </a:blip>
          <a:stretch>
            <a:fillRect/>
          </a:stretch>
        </p:blipFill>
        <p:spPr>
          <a:xfrm>
            <a:off x="2044626" y="525662"/>
            <a:ext cx="5261898" cy="4092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4" name="Google Shape;174;p31"/>
          <p:cNvPicPr preferRelativeResize="0"/>
          <p:nvPr/>
        </p:nvPicPr>
        <p:blipFill>
          <a:blip r:embed="rId3">
            <a:alphaModFix/>
          </a:blip>
          <a:stretch>
            <a:fillRect/>
          </a:stretch>
        </p:blipFill>
        <p:spPr>
          <a:xfrm>
            <a:off x="834791" y="-53025"/>
            <a:ext cx="7474417" cy="5143500"/>
          </a:xfrm>
          <a:prstGeom prst="rect">
            <a:avLst/>
          </a:prstGeom>
          <a:noFill/>
          <a:ln>
            <a:noFill/>
          </a:ln>
        </p:spPr>
      </p:pic>
      <p:sp>
        <p:nvSpPr>
          <p:cNvPr id="175" name="Google Shape;175;p31"/>
          <p:cNvSpPr txBox="1"/>
          <p:nvPr>
            <p:ph type="title"/>
          </p:nvPr>
        </p:nvSpPr>
        <p:spPr>
          <a:xfrm>
            <a:off x="994375" y="1002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solidFill>
                  <a:schemeClr val="lt1"/>
                </a:solidFill>
              </a:rPr>
              <a:t>Fungi: que sont-ils ?  </a:t>
            </a:r>
            <a:endParaRPr>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32"/>
          <p:cNvPicPr preferRelativeResize="0"/>
          <p:nvPr/>
        </p:nvPicPr>
        <p:blipFill rotWithShape="1">
          <a:blip r:embed="rId3">
            <a:alphaModFix/>
          </a:blip>
          <a:srcRect b="7261" l="0" r="0" t="0"/>
          <a:stretch/>
        </p:blipFill>
        <p:spPr>
          <a:xfrm>
            <a:off x="0" y="188721"/>
            <a:ext cx="5129786" cy="4769896"/>
          </a:xfrm>
          <a:prstGeom prst="rect">
            <a:avLst/>
          </a:prstGeom>
          <a:noFill/>
          <a:ln>
            <a:noFill/>
          </a:ln>
        </p:spPr>
      </p:pic>
      <p:pic>
        <p:nvPicPr>
          <p:cNvPr id="181" name="Google Shape;181;p32"/>
          <p:cNvPicPr preferRelativeResize="0"/>
          <p:nvPr/>
        </p:nvPicPr>
        <p:blipFill rotWithShape="1">
          <a:blip r:embed="rId4">
            <a:alphaModFix/>
          </a:blip>
          <a:srcRect b="0" l="0" r="0" t="0"/>
          <a:stretch/>
        </p:blipFill>
        <p:spPr>
          <a:xfrm>
            <a:off x="5268521" y="2587922"/>
            <a:ext cx="3730154" cy="2370691"/>
          </a:xfrm>
          <a:prstGeom prst="rect">
            <a:avLst/>
          </a:prstGeom>
          <a:noFill/>
          <a:ln>
            <a:noFill/>
          </a:ln>
        </p:spPr>
      </p:pic>
      <p:sp>
        <p:nvSpPr>
          <p:cNvPr id="182" name="Google Shape;182;p32"/>
          <p:cNvSpPr txBox="1"/>
          <p:nvPr/>
        </p:nvSpPr>
        <p:spPr>
          <a:xfrm>
            <a:off x="6840857" y="188721"/>
            <a:ext cx="5052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fr" sz="5400" u="none" cap="none" strike="noStrike">
                <a:solidFill>
                  <a:schemeClr val="lt1"/>
                </a:solidFill>
                <a:latin typeface="Calibri"/>
                <a:ea typeface="Calibri"/>
                <a:cs typeface="Calibri"/>
                <a:sym typeface="Calibri"/>
              </a:rPr>
              <a:t>?</a:t>
            </a:r>
            <a:endParaRPr sz="5400">
              <a:solidFill>
                <a:schemeClr val="lt1"/>
              </a:solidFill>
              <a:latin typeface="Calibri"/>
              <a:ea typeface="Calibri"/>
              <a:cs typeface="Calibri"/>
              <a:sym typeface="Calibri"/>
            </a:endParaRPr>
          </a:p>
        </p:txBody>
      </p:sp>
      <p:sp>
        <p:nvSpPr>
          <p:cNvPr id="183" name="Google Shape;183;p32"/>
          <p:cNvSpPr txBox="1"/>
          <p:nvPr/>
        </p:nvSpPr>
        <p:spPr>
          <a:xfrm>
            <a:off x="5670152" y="881225"/>
            <a:ext cx="1278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1800">
                <a:solidFill>
                  <a:schemeClr val="lt1"/>
                </a:solidFill>
                <a:latin typeface="Calibri"/>
                <a:ea typeface="Calibri"/>
                <a:cs typeface="Calibri"/>
                <a:sym typeface="Calibri"/>
              </a:rPr>
              <a:t>a) plante</a:t>
            </a:r>
            <a:endParaRPr sz="1800">
              <a:solidFill>
                <a:schemeClr val="lt1"/>
              </a:solidFill>
              <a:latin typeface="Calibri"/>
              <a:ea typeface="Calibri"/>
              <a:cs typeface="Calibri"/>
              <a:sym typeface="Calibri"/>
            </a:endParaRPr>
          </a:p>
        </p:txBody>
      </p:sp>
      <p:sp>
        <p:nvSpPr>
          <p:cNvPr id="184" name="Google Shape;184;p32"/>
          <p:cNvSpPr txBox="1"/>
          <p:nvPr/>
        </p:nvSpPr>
        <p:spPr>
          <a:xfrm>
            <a:off x="6141982" y="1275606"/>
            <a:ext cx="1152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1800">
                <a:solidFill>
                  <a:schemeClr val="lt1"/>
                </a:solidFill>
                <a:latin typeface="Calibri"/>
                <a:ea typeface="Calibri"/>
                <a:cs typeface="Calibri"/>
                <a:sym typeface="Calibri"/>
              </a:rPr>
              <a:t>b) animal</a:t>
            </a:r>
            <a:endParaRPr sz="1800">
              <a:solidFill>
                <a:schemeClr val="lt1"/>
              </a:solidFill>
              <a:latin typeface="Calibri"/>
              <a:ea typeface="Calibri"/>
              <a:cs typeface="Calibri"/>
              <a:sym typeface="Calibri"/>
            </a:endParaRPr>
          </a:p>
        </p:txBody>
      </p:sp>
      <p:sp>
        <p:nvSpPr>
          <p:cNvPr id="185" name="Google Shape;185;p32"/>
          <p:cNvSpPr txBox="1"/>
          <p:nvPr/>
        </p:nvSpPr>
        <p:spPr>
          <a:xfrm>
            <a:off x="6508682" y="1653648"/>
            <a:ext cx="1169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1800">
                <a:solidFill>
                  <a:schemeClr val="lt1"/>
                </a:solidFill>
                <a:latin typeface="Calibri"/>
                <a:ea typeface="Calibri"/>
                <a:cs typeface="Calibri"/>
                <a:sym typeface="Calibri"/>
              </a:rPr>
              <a:t>c) </a:t>
            </a:r>
            <a:r>
              <a:rPr lang="fr" sz="1800">
                <a:solidFill>
                  <a:schemeClr val="lt1"/>
                </a:solidFill>
                <a:latin typeface="Calibri"/>
                <a:ea typeface="Calibri"/>
                <a:cs typeface="Calibri"/>
                <a:sym typeface="Calibri"/>
              </a:rPr>
              <a:t>bactérie</a:t>
            </a:r>
            <a:endParaRPr sz="1800">
              <a:solidFill>
                <a:schemeClr val="lt1"/>
              </a:solidFill>
              <a:latin typeface="Calibri"/>
              <a:ea typeface="Calibri"/>
              <a:cs typeface="Calibri"/>
              <a:sym typeface="Calibri"/>
            </a:endParaRPr>
          </a:p>
        </p:txBody>
      </p:sp>
      <p:sp>
        <p:nvSpPr>
          <p:cNvPr id="186" name="Google Shape;186;p32"/>
          <p:cNvSpPr txBox="1"/>
          <p:nvPr/>
        </p:nvSpPr>
        <p:spPr>
          <a:xfrm>
            <a:off x="6948264" y="2139702"/>
            <a:ext cx="18651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1800">
                <a:solidFill>
                  <a:schemeClr val="lt1"/>
                </a:solidFill>
                <a:latin typeface="Calibri"/>
                <a:ea typeface="Calibri"/>
                <a:cs typeface="Calibri"/>
                <a:sym typeface="Calibri"/>
              </a:rPr>
              <a:t>d) autre chose ?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500"/>
                                        <p:tgtEl>
                                          <p:spTgt spid="1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500"/>
                                        <p:tgtEl>
                                          <p:spTgt spid="1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500"/>
                                        <p:tgtEl>
                                          <p:spTgt spid="1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500"/>
                                        <p:tgtEl>
                                          <p:spTgt spid="1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33"/>
          <p:cNvPicPr preferRelativeResize="0"/>
          <p:nvPr/>
        </p:nvPicPr>
        <p:blipFill rotWithShape="1">
          <a:blip r:embed="rId3">
            <a:alphaModFix/>
          </a:blip>
          <a:srcRect b="0" l="0" r="0" t="0"/>
          <a:stretch/>
        </p:blipFill>
        <p:spPr>
          <a:xfrm>
            <a:off x="2762250" y="2058693"/>
            <a:ext cx="6667500" cy="3210900"/>
          </a:xfrm>
          <a:prstGeom prst="ellipse">
            <a:avLst/>
          </a:prstGeom>
          <a:noFill/>
          <a:ln>
            <a:noFill/>
          </a:ln>
        </p:spPr>
      </p:pic>
      <p:pic>
        <p:nvPicPr>
          <p:cNvPr id="192" name="Google Shape;192;p33"/>
          <p:cNvPicPr preferRelativeResize="0"/>
          <p:nvPr/>
        </p:nvPicPr>
        <p:blipFill rotWithShape="1">
          <a:blip r:embed="rId4">
            <a:alphaModFix/>
          </a:blip>
          <a:srcRect b="0" l="0" r="0" t="0"/>
          <a:stretch/>
        </p:blipFill>
        <p:spPr>
          <a:xfrm>
            <a:off x="-684584" y="-62247"/>
            <a:ext cx="6096000" cy="3726300"/>
          </a:xfrm>
          <a:prstGeom prst="ellipse">
            <a:avLst/>
          </a:prstGeom>
          <a:noFill/>
          <a:ln>
            <a:noFill/>
          </a:ln>
        </p:spPr>
      </p:pic>
      <p:sp>
        <p:nvSpPr>
          <p:cNvPr id="193" name="Google Shape;193;p33"/>
          <p:cNvSpPr/>
          <p:nvPr/>
        </p:nvSpPr>
        <p:spPr>
          <a:xfrm>
            <a:off x="3707904" y="2895786"/>
            <a:ext cx="1703400" cy="594000"/>
          </a:xfrm>
          <a:prstGeom prst="mathEqual">
            <a:avLst>
              <a:gd fmla="val 23520" name="adj1"/>
              <a:gd fmla="val 11760" name="adj2"/>
            </a:avLst>
          </a:prstGeom>
          <a:solidFill>
            <a:srgbClr val="FFFF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33"/>
          <p:cNvSpPr txBox="1"/>
          <p:nvPr/>
        </p:nvSpPr>
        <p:spPr>
          <a:xfrm>
            <a:off x="6096000" y="789552"/>
            <a:ext cx="1353300" cy="101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6000">
                <a:solidFill>
                  <a:schemeClr val="lt1"/>
                </a:solidFill>
                <a:latin typeface="Calibri"/>
                <a:ea typeface="Calibri"/>
                <a:cs typeface="Calibri"/>
                <a:sym typeface="Calibri"/>
              </a:rPr>
              <a:t>160</a:t>
            </a:r>
            <a:endParaRPr sz="60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t/>
            </a:r>
            <a:endParaRPr/>
          </a:p>
        </p:txBody>
      </p:sp>
      <p:pic>
        <p:nvPicPr>
          <p:cNvPr id="200" name="Google Shape;200;p34"/>
          <p:cNvPicPr preferRelativeResize="0"/>
          <p:nvPr/>
        </p:nvPicPr>
        <p:blipFill rotWithShape="1">
          <a:blip r:embed="rId3">
            <a:alphaModFix/>
          </a:blip>
          <a:srcRect b="0" l="0" r="0" t="0"/>
          <a:stretch/>
        </p:blipFill>
        <p:spPr>
          <a:xfrm>
            <a:off x="689500" y="1106993"/>
            <a:ext cx="3722578" cy="3015956"/>
          </a:xfrm>
          <a:prstGeom prst="rect">
            <a:avLst/>
          </a:prstGeom>
          <a:noFill/>
          <a:ln>
            <a:noFill/>
          </a:ln>
        </p:spPr>
      </p:pic>
      <p:pic>
        <p:nvPicPr>
          <p:cNvPr id="201" name="Google Shape;201;p34"/>
          <p:cNvPicPr preferRelativeResize="0"/>
          <p:nvPr/>
        </p:nvPicPr>
        <p:blipFill rotWithShape="1">
          <a:blip r:embed="rId4">
            <a:alphaModFix/>
          </a:blip>
          <a:srcRect b="0" l="0" r="0" t="0"/>
          <a:stretch/>
        </p:blipFill>
        <p:spPr>
          <a:xfrm>
            <a:off x="4412829" y="1068925"/>
            <a:ext cx="3958746" cy="3092950"/>
          </a:xfrm>
          <a:prstGeom prst="rect">
            <a:avLst/>
          </a:prstGeom>
          <a:noFill/>
          <a:ln>
            <a:noFill/>
          </a:ln>
        </p:spPr>
      </p:pic>
      <p:sp>
        <p:nvSpPr>
          <p:cNvPr id="202" name="Google Shape;202;p34"/>
          <p:cNvSpPr/>
          <p:nvPr/>
        </p:nvSpPr>
        <p:spPr>
          <a:xfrm>
            <a:off x="3914662" y="2374505"/>
            <a:ext cx="996000" cy="622500"/>
          </a:xfrm>
          <a:prstGeom prst="mathEqual">
            <a:avLst>
              <a:gd fmla="val 23520" name="adj1"/>
              <a:gd fmla="val 11760" name="adj2"/>
            </a:avLst>
          </a:prstGeom>
          <a:solidFill>
            <a:srgbClr val="FFFF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203" name="Google Shape;203;p34"/>
          <p:cNvSpPr txBox="1"/>
          <p:nvPr/>
        </p:nvSpPr>
        <p:spPr>
          <a:xfrm>
            <a:off x="820651" y="134050"/>
            <a:ext cx="88800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2800">
                <a:solidFill>
                  <a:schemeClr val="lt1"/>
                </a:solidFill>
                <a:latin typeface="Calibri"/>
                <a:ea typeface="Calibri"/>
                <a:cs typeface="Calibri"/>
                <a:sym typeface="Calibri"/>
              </a:rPr>
              <a:t>CHIMIQUEMENT les fungi sont proches des animaux</a:t>
            </a:r>
            <a:endParaRPr sz="2800">
              <a:solidFill>
                <a:schemeClr val="lt1"/>
              </a:solidFill>
              <a:latin typeface="Calibri"/>
              <a:ea typeface="Calibri"/>
              <a:cs typeface="Calibri"/>
              <a:sym typeface="Calibri"/>
            </a:endParaRPr>
          </a:p>
        </p:txBody>
      </p:sp>
      <p:sp>
        <p:nvSpPr>
          <p:cNvPr id="204" name="Google Shape;204;p34"/>
          <p:cNvSpPr txBox="1"/>
          <p:nvPr/>
        </p:nvSpPr>
        <p:spPr>
          <a:xfrm>
            <a:off x="4080357" y="4095600"/>
            <a:ext cx="16386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5400">
                <a:solidFill>
                  <a:schemeClr val="lt1"/>
                </a:solidFill>
                <a:latin typeface="Calibri"/>
                <a:ea typeface="Calibri"/>
                <a:cs typeface="Calibri"/>
                <a:sym typeface="Calibri"/>
              </a:rPr>
              <a:t>10</a:t>
            </a:r>
            <a:endParaRPr sz="54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35"/>
          <p:cNvPicPr preferRelativeResize="0"/>
          <p:nvPr/>
        </p:nvPicPr>
        <p:blipFill rotWithShape="1">
          <a:blip r:embed="rId3">
            <a:alphaModFix/>
          </a:blip>
          <a:srcRect b="0" l="0" r="0" t="0"/>
          <a:stretch/>
        </p:blipFill>
        <p:spPr>
          <a:xfrm>
            <a:off x="1312081" y="1275364"/>
            <a:ext cx="5693776" cy="3188514"/>
          </a:xfrm>
          <a:prstGeom prst="rect">
            <a:avLst/>
          </a:prstGeom>
          <a:noFill/>
          <a:ln>
            <a:noFill/>
          </a:ln>
        </p:spPr>
      </p:pic>
      <p:sp>
        <p:nvSpPr>
          <p:cNvPr id="210" name="Google Shape;210;p35"/>
          <p:cNvSpPr txBox="1"/>
          <p:nvPr/>
        </p:nvSpPr>
        <p:spPr>
          <a:xfrm>
            <a:off x="3923928" y="249492"/>
            <a:ext cx="470100" cy="76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4400">
                <a:solidFill>
                  <a:schemeClr val="lt1"/>
                </a:solidFill>
                <a:latin typeface="Calibri"/>
                <a:ea typeface="Calibri"/>
                <a:cs typeface="Calibri"/>
                <a:sym typeface="Calibri"/>
              </a:rPr>
              <a:t>3</a:t>
            </a:r>
            <a:endParaRPr sz="44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16" name="Google Shape;216;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7" name="Google Shape;217;p36"/>
          <p:cNvPicPr preferRelativeResize="0"/>
          <p:nvPr/>
        </p:nvPicPr>
        <p:blipFill rotWithShape="1">
          <a:blip r:embed="rId3">
            <a:alphaModFix/>
          </a:blip>
          <a:srcRect b="0" l="0" r="0" t="0"/>
          <a:stretch/>
        </p:blipFill>
        <p:spPr>
          <a:xfrm>
            <a:off x="1064300" y="0"/>
            <a:ext cx="6858010" cy="5143499"/>
          </a:xfrm>
          <a:prstGeom prst="rect">
            <a:avLst/>
          </a:prstGeom>
          <a:noFill/>
          <a:ln>
            <a:noFill/>
          </a:ln>
        </p:spPr>
      </p:pic>
      <p:sp>
        <p:nvSpPr>
          <p:cNvPr id="218" name="Google Shape;218;p36"/>
          <p:cNvSpPr txBox="1"/>
          <p:nvPr/>
        </p:nvSpPr>
        <p:spPr>
          <a:xfrm>
            <a:off x="1133450" y="669800"/>
            <a:ext cx="3989100" cy="11391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fr" sz="3400">
                <a:solidFill>
                  <a:srgbClr val="FFFFFF"/>
                </a:solidFill>
                <a:latin typeface="Calibri"/>
                <a:ea typeface="Calibri"/>
                <a:cs typeface="Calibri"/>
                <a:sym typeface="Calibri"/>
              </a:rPr>
              <a:t>Les f</a:t>
            </a:r>
            <a:r>
              <a:rPr lang="fr" sz="3400">
                <a:solidFill>
                  <a:srgbClr val="FFFFFF"/>
                </a:solidFill>
                <a:latin typeface="Calibri"/>
                <a:ea typeface="Calibri"/>
                <a:cs typeface="Calibri"/>
                <a:sym typeface="Calibri"/>
              </a:rPr>
              <a:t>ungi sont un règne à part entière !</a:t>
            </a:r>
            <a:endParaRPr sz="3400">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7"/>
          <p:cNvSpPr txBox="1"/>
          <p:nvPr>
            <p:ph type="title"/>
          </p:nvPr>
        </p:nvSpPr>
        <p:spPr>
          <a:xfrm>
            <a:off x="4983225" y="2150850"/>
            <a:ext cx="3849000" cy="8418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fr" sz="3040">
                <a:solidFill>
                  <a:schemeClr val="lt1"/>
                </a:solidFill>
              </a:rPr>
              <a:t>Le règne des FUNGI</a:t>
            </a:r>
            <a:endParaRPr sz="3040">
              <a:solidFill>
                <a:schemeClr val="lt1"/>
              </a:solidFill>
            </a:endParaRPr>
          </a:p>
        </p:txBody>
      </p:sp>
      <p:pic>
        <p:nvPicPr>
          <p:cNvPr descr="10_1" id="224" name="Google Shape;224;p37"/>
          <p:cNvPicPr preferRelativeResize="0"/>
          <p:nvPr/>
        </p:nvPicPr>
        <p:blipFill rotWithShape="1">
          <a:blip r:embed="rId3">
            <a:alphaModFix/>
          </a:blip>
          <a:srcRect b="0" l="0" r="0" t="0"/>
          <a:stretch/>
        </p:blipFill>
        <p:spPr>
          <a:xfrm>
            <a:off x="-11" y="0"/>
            <a:ext cx="4758986" cy="5143500"/>
          </a:xfrm>
          <a:prstGeom prst="rect">
            <a:avLst/>
          </a:prstGeom>
          <a:noFill/>
          <a:ln>
            <a:noFill/>
          </a:ln>
        </p:spPr>
      </p:pic>
      <p:sp>
        <p:nvSpPr>
          <p:cNvPr id="225" name="Google Shape;225;p37"/>
          <p:cNvSpPr/>
          <p:nvPr/>
        </p:nvSpPr>
        <p:spPr>
          <a:xfrm>
            <a:off x="4923575" y="2209050"/>
            <a:ext cx="4043100" cy="783600"/>
          </a:xfrm>
          <a:prstGeom prst="roundRect">
            <a:avLst>
              <a:gd fmla="val 16667"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6" name="Google Shape;226;p37"/>
          <p:cNvPicPr preferRelativeResize="0"/>
          <p:nvPr/>
        </p:nvPicPr>
        <p:blipFill>
          <a:blip r:embed="rId4">
            <a:alphaModFix/>
          </a:blip>
          <a:stretch>
            <a:fillRect/>
          </a:stretch>
        </p:blipFill>
        <p:spPr>
          <a:xfrm>
            <a:off x="4758972" y="381276"/>
            <a:ext cx="4547226" cy="4380924"/>
          </a:xfrm>
          <a:prstGeom prst="rect">
            <a:avLst/>
          </a:prstGeom>
          <a:noFill/>
          <a:ln>
            <a:noFill/>
          </a:ln>
        </p:spPr>
      </p:pic>
      <p:pic>
        <p:nvPicPr>
          <p:cNvPr id="227" name="Google Shape;227;p37"/>
          <p:cNvPicPr preferRelativeResize="0"/>
          <p:nvPr/>
        </p:nvPicPr>
        <p:blipFill>
          <a:blip r:embed="rId5">
            <a:alphaModFix/>
          </a:blip>
          <a:stretch>
            <a:fillRect/>
          </a:stretch>
        </p:blipFill>
        <p:spPr>
          <a:xfrm>
            <a:off x="64936" y="0"/>
            <a:ext cx="5581428" cy="5143501"/>
          </a:xfrm>
          <a:prstGeom prst="rect">
            <a:avLst/>
          </a:prstGeom>
          <a:noFill/>
          <a:ln>
            <a:noFill/>
          </a:ln>
        </p:spPr>
      </p:pic>
      <p:pic>
        <p:nvPicPr>
          <p:cNvPr id="228" name="Google Shape;228;p37"/>
          <p:cNvPicPr preferRelativeResize="0"/>
          <p:nvPr/>
        </p:nvPicPr>
        <p:blipFill>
          <a:blip r:embed="rId6">
            <a:alphaModFix/>
          </a:blip>
          <a:stretch>
            <a:fillRect/>
          </a:stretch>
        </p:blipFill>
        <p:spPr>
          <a:xfrm>
            <a:off x="3990996" y="29100"/>
            <a:ext cx="5153007" cy="51434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34" name="Google Shape;234;p3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235" name="Google Shape;235;p38"/>
          <p:cNvPicPr preferRelativeResize="0"/>
          <p:nvPr/>
        </p:nvPicPr>
        <p:blipFill>
          <a:blip r:embed="rId3">
            <a:alphaModFix/>
          </a:blip>
          <a:stretch>
            <a:fillRect/>
          </a:stretch>
        </p:blipFill>
        <p:spPr>
          <a:xfrm>
            <a:off x="597943" y="0"/>
            <a:ext cx="7948114" cy="5143500"/>
          </a:xfrm>
          <a:prstGeom prst="rect">
            <a:avLst/>
          </a:prstGeom>
          <a:noFill/>
          <a:ln>
            <a:noFill/>
          </a:ln>
        </p:spPr>
      </p:pic>
      <p:sp>
        <p:nvSpPr>
          <p:cNvPr id="236" name="Google Shape;236;p38"/>
          <p:cNvSpPr txBox="1"/>
          <p:nvPr/>
        </p:nvSpPr>
        <p:spPr>
          <a:xfrm>
            <a:off x="1490175" y="-110400"/>
            <a:ext cx="577200" cy="49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F98B3F"/>
              </a:solidFill>
            </a:endParaRPr>
          </a:p>
        </p:txBody>
      </p:sp>
      <p:pic>
        <p:nvPicPr>
          <p:cNvPr id="237" name="Google Shape;237;p38"/>
          <p:cNvPicPr preferRelativeResize="0"/>
          <p:nvPr/>
        </p:nvPicPr>
        <p:blipFill>
          <a:blip r:embed="rId4">
            <a:alphaModFix/>
          </a:blip>
          <a:stretch>
            <a:fillRect/>
          </a:stretch>
        </p:blipFill>
        <p:spPr>
          <a:xfrm>
            <a:off x="599635" y="0"/>
            <a:ext cx="7944730"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t/>
            </a:r>
            <a:endParaRPr/>
          </a:p>
        </p:txBody>
      </p:sp>
      <p:pic>
        <p:nvPicPr>
          <p:cNvPr id="243" name="Google Shape;243;p39"/>
          <p:cNvPicPr preferRelativeResize="0"/>
          <p:nvPr/>
        </p:nvPicPr>
        <p:blipFill>
          <a:blip r:embed="rId3">
            <a:alphaModFix/>
          </a:blip>
          <a:stretch>
            <a:fillRect/>
          </a:stretch>
        </p:blipFill>
        <p:spPr>
          <a:xfrm>
            <a:off x="624913" y="17463"/>
            <a:ext cx="7894175" cy="51085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id="248" name="Google Shape;248;p40"/>
          <p:cNvPicPr preferRelativeResize="0"/>
          <p:nvPr/>
        </p:nvPicPr>
        <p:blipFill rotWithShape="1">
          <a:blip r:embed="rId3">
            <a:alphaModFix/>
          </a:blip>
          <a:srcRect b="0" l="0" r="0" t="0"/>
          <a:stretch/>
        </p:blipFill>
        <p:spPr>
          <a:xfrm>
            <a:off x="0" y="0"/>
            <a:ext cx="4167858" cy="2354840"/>
          </a:xfrm>
          <a:prstGeom prst="rect">
            <a:avLst/>
          </a:prstGeom>
          <a:noFill/>
          <a:ln>
            <a:noFill/>
          </a:ln>
        </p:spPr>
      </p:pic>
      <p:pic>
        <p:nvPicPr>
          <p:cNvPr id="249" name="Google Shape;249;p40"/>
          <p:cNvPicPr preferRelativeResize="0"/>
          <p:nvPr/>
        </p:nvPicPr>
        <p:blipFill rotWithShape="1">
          <a:blip r:embed="rId4">
            <a:alphaModFix/>
          </a:blip>
          <a:srcRect b="0" l="0" r="0" t="0"/>
          <a:stretch/>
        </p:blipFill>
        <p:spPr>
          <a:xfrm>
            <a:off x="5045100" y="3112475"/>
            <a:ext cx="2665198" cy="1731224"/>
          </a:xfrm>
          <a:prstGeom prst="rect">
            <a:avLst/>
          </a:prstGeom>
          <a:noFill/>
          <a:ln>
            <a:noFill/>
          </a:ln>
        </p:spPr>
      </p:pic>
      <p:sp>
        <p:nvSpPr>
          <p:cNvPr id="250" name="Google Shape;250;p40"/>
          <p:cNvSpPr txBox="1"/>
          <p:nvPr/>
        </p:nvSpPr>
        <p:spPr>
          <a:xfrm>
            <a:off x="899592" y="3057804"/>
            <a:ext cx="20058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5400">
                <a:solidFill>
                  <a:schemeClr val="lt1"/>
                </a:solidFill>
                <a:latin typeface="Calibri"/>
                <a:ea typeface="Calibri"/>
                <a:cs typeface="Calibri"/>
                <a:sym typeface="Calibri"/>
              </a:rPr>
              <a:t>FUNGI</a:t>
            </a:r>
            <a:endParaRPr sz="5400">
              <a:solidFill>
                <a:schemeClr val="lt1"/>
              </a:solidFill>
              <a:latin typeface="Calibri"/>
              <a:ea typeface="Calibri"/>
              <a:cs typeface="Calibri"/>
              <a:sym typeface="Calibri"/>
            </a:endParaRPr>
          </a:p>
        </p:txBody>
      </p:sp>
      <p:sp>
        <p:nvSpPr>
          <p:cNvPr id="251" name="Google Shape;251;p40"/>
          <p:cNvSpPr txBox="1"/>
          <p:nvPr/>
        </p:nvSpPr>
        <p:spPr>
          <a:xfrm>
            <a:off x="5179325" y="1014075"/>
            <a:ext cx="3132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3600">
                <a:solidFill>
                  <a:schemeClr val="lt1"/>
                </a:solidFill>
                <a:latin typeface="Calibri"/>
                <a:ea typeface="Calibri"/>
                <a:cs typeface="Calibri"/>
                <a:sym typeface="Calibri"/>
              </a:rPr>
              <a:t>CHAMPIGNONS</a:t>
            </a:r>
            <a:endParaRPr sz="3600">
              <a:solidFill>
                <a:schemeClr val="lt1"/>
              </a:solidFill>
              <a:latin typeface="Calibri"/>
              <a:ea typeface="Calibri"/>
              <a:cs typeface="Calibri"/>
              <a:sym typeface="Calibri"/>
            </a:endParaRPr>
          </a:p>
        </p:txBody>
      </p:sp>
      <p:pic>
        <p:nvPicPr>
          <p:cNvPr id="252" name="Google Shape;252;p40"/>
          <p:cNvPicPr preferRelativeResize="0"/>
          <p:nvPr/>
        </p:nvPicPr>
        <p:blipFill>
          <a:blip r:embed="rId5">
            <a:alphaModFix/>
          </a:blip>
          <a:stretch>
            <a:fillRect/>
          </a:stretch>
        </p:blipFill>
        <p:spPr>
          <a:xfrm>
            <a:off x="4456875" y="2302363"/>
            <a:ext cx="4167850" cy="277856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t/>
            </a:r>
            <a:endParaRPr/>
          </a:p>
        </p:txBody>
      </p:sp>
      <p:pic>
        <p:nvPicPr>
          <p:cNvPr id="258" name="Google Shape;258;p41"/>
          <p:cNvPicPr preferRelativeResize="0"/>
          <p:nvPr/>
        </p:nvPicPr>
        <p:blipFill rotWithShape="1">
          <a:blip r:embed="rId3">
            <a:alphaModFix/>
          </a:blip>
          <a:srcRect b="0" l="0" r="0" t="0"/>
          <a:stretch/>
        </p:blipFill>
        <p:spPr>
          <a:xfrm>
            <a:off x="0" y="0"/>
            <a:ext cx="9205402" cy="5244776"/>
          </a:xfrm>
          <a:prstGeom prst="rect">
            <a:avLst/>
          </a:prstGeom>
          <a:noFill/>
          <a:ln>
            <a:noFill/>
          </a:ln>
        </p:spPr>
      </p:pic>
      <p:pic>
        <p:nvPicPr>
          <p:cNvPr id="259" name="Google Shape;259;p41"/>
          <p:cNvPicPr preferRelativeResize="0"/>
          <p:nvPr/>
        </p:nvPicPr>
        <p:blipFill rotWithShape="1">
          <a:blip r:embed="rId4">
            <a:alphaModFix/>
          </a:blip>
          <a:srcRect b="0" l="0" r="0" t="0"/>
          <a:stretch/>
        </p:blipFill>
        <p:spPr>
          <a:xfrm>
            <a:off x="5269850" y="122325"/>
            <a:ext cx="2924274" cy="1854876"/>
          </a:xfrm>
          <a:prstGeom prst="rect">
            <a:avLst/>
          </a:prstGeom>
          <a:noFill/>
          <a:ln>
            <a:noFill/>
          </a:ln>
        </p:spPr>
      </p:pic>
      <p:pic>
        <p:nvPicPr>
          <p:cNvPr id="260" name="Google Shape;260;p41"/>
          <p:cNvPicPr preferRelativeResize="0"/>
          <p:nvPr/>
        </p:nvPicPr>
        <p:blipFill rotWithShape="1">
          <a:blip r:embed="rId5">
            <a:alphaModFix/>
          </a:blip>
          <a:srcRect b="0" l="0" r="0" t="0"/>
          <a:stretch/>
        </p:blipFill>
        <p:spPr>
          <a:xfrm>
            <a:off x="5269850" y="1884540"/>
            <a:ext cx="2924276" cy="2086736"/>
          </a:xfrm>
          <a:prstGeom prst="rect">
            <a:avLst/>
          </a:prstGeom>
          <a:noFill/>
          <a:ln>
            <a:noFill/>
          </a:ln>
        </p:spPr>
      </p:pic>
      <p:sp>
        <p:nvSpPr>
          <p:cNvPr id="261" name="Google Shape;261;p41"/>
          <p:cNvSpPr txBox="1"/>
          <p:nvPr/>
        </p:nvSpPr>
        <p:spPr>
          <a:xfrm>
            <a:off x="4159500" y="4184225"/>
            <a:ext cx="4984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1800">
                <a:latin typeface="Calibri"/>
                <a:ea typeface="Calibri"/>
                <a:cs typeface="Calibri"/>
                <a:sym typeface="Calibri"/>
              </a:rPr>
              <a:t>PARTIE HAUTE : partie FRUCTIFÈRE ou reproductive</a:t>
            </a:r>
            <a:endParaRPr sz="1800">
              <a:solidFill>
                <a:srgbClr val="000000"/>
              </a:solidFill>
              <a:latin typeface="Calibri"/>
              <a:ea typeface="Calibri"/>
              <a:cs typeface="Calibri"/>
              <a:sym typeface="Calibri"/>
            </a:endParaRPr>
          </a:p>
        </p:txBody>
      </p:sp>
      <p:sp>
        <p:nvSpPr>
          <p:cNvPr id="262" name="Google Shape;262;p41"/>
          <p:cNvSpPr txBox="1"/>
          <p:nvPr/>
        </p:nvSpPr>
        <p:spPr>
          <a:xfrm>
            <a:off x="4159501" y="4633450"/>
            <a:ext cx="4174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1800">
                <a:latin typeface="Calibri"/>
                <a:ea typeface="Calibri"/>
                <a:cs typeface="Calibri"/>
                <a:sym typeface="Calibri"/>
              </a:rPr>
              <a:t>PARTIE BASSE : partie </a:t>
            </a:r>
            <a:r>
              <a:rPr lang="fr" sz="1500">
                <a:solidFill>
                  <a:schemeClr val="dk1"/>
                </a:solidFill>
              </a:rPr>
              <a:t>VÉGÉTATIVE</a:t>
            </a:r>
            <a:endParaRPr sz="15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42"/>
          <p:cNvPicPr preferRelativeResize="0"/>
          <p:nvPr/>
        </p:nvPicPr>
        <p:blipFill rotWithShape="1">
          <a:blip r:embed="rId3">
            <a:alphaModFix/>
          </a:blip>
          <a:srcRect b="0" l="0" r="0" t="0"/>
          <a:stretch/>
        </p:blipFill>
        <p:spPr>
          <a:xfrm>
            <a:off x="537499" y="1106725"/>
            <a:ext cx="7679600" cy="4036774"/>
          </a:xfrm>
          <a:prstGeom prst="rect">
            <a:avLst/>
          </a:prstGeom>
          <a:noFill/>
          <a:ln>
            <a:noFill/>
          </a:ln>
        </p:spPr>
      </p:pic>
      <p:sp>
        <p:nvSpPr>
          <p:cNvPr id="268" name="Google Shape;268;p42"/>
          <p:cNvSpPr/>
          <p:nvPr/>
        </p:nvSpPr>
        <p:spPr>
          <a:xfrm>
            <a:off x="3203852" y="303498"/>
            <a:ext cx="2736300" cy="594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3600">
                <a:solidFill>
                  <a:schemeClr val="lt1"/>
                </a:solidFill>
              </a:rPr>
              <a:t>Hyphe</a:t>
            </a:r>
            <a:endParaRPr b="1" sz="3600">
              <a:solidFill>
                <a:schemeClr val="lt1"/>
              </a:solidFill>
            </a:endParaRPr>
          </a:p>
        </p:txBody>
      </p:sp>
      <p:pic>
        <p:nvPicPr>
          <p:cNvPr id="269" name="Google Shape;269;p42"/>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43"/>
          <p:cNvPicPr preferRelativeResize="0"/>
          <p:nvPr/>
        </p:nvPicPr>
        <p:blipFill rotWithShape="1">
          <a:blip r:embed="rId3">
            <a:alphaModFix/>
          </a:blip>
          <a:srcRect b="0" l="0" r="0" t="0"/>
          <a:stretch/>
        </p:blipFill>
        <p:spPr>
          <a:xfrm>
            <a:off x="617476" y="303498"/>
            <a:ext cx="3336000" cy="1876500"/>
          </a:xfrm>
          <a:prstGeom prst="ellipse">
            <a:avLst/>
          </a:prstGeom>
          <a:noFill/>
          <a:ln>
            <a:noFill/>
          </a:ln>
        </p:spPr>
      </p:pic>
      <p:pic>
        <p:nvPicPr>
          <p:cNvPr id="275" name="Google Shape;275;p43"/>
          <p:cNvPicPr preferRelativeResize="0"/>
          <p:nvPr/>
        </p:nvPicPr>
        <p:blipFill rotWithShape="1">
          <a:blip r:embed="rId4">
            <a:alphaModFix/>
          </a:blip>
          <a:srcRect b="0" l="0" r="0" t="0"/>
          <a:stretch/>
        </p:blipFill>
        <p:spPr>
          <a:xfrm>
            <a:off x="5436095" y="303498"/>
            <a:ext cx="2678167" cy="1782198"/>
          </a:xfrm>
          <a:prstGeom prst="rect">
            <a:avLst/>
          </a:prstGeom>
          <a:noFill/>
          <a:ln>
            <a:noFill/>
          </a:ln>
        </p:spPr>
      </p:pic>
      <p:pic>
        <p:nvPicPr>
          <p:cNvPr id="276" name="Google Shape;276;p43"/>
          <p:cNvPicPr preferRelativeResize="0"/>
          <p:nvPr/>
        </p:nvPicPr>
        <p:blipFill rotWithShape="1">
          <a:blip r:embed="rId5">
            <a:alphaModFix/>
          </a:blip>
          <a:srcRect b="0" l="0" r="0" t="0"/>
          <a:stretch/>
        </p:blipFill>
        <p:spPr>
          <a:xfrm>
            <a:off x="607473" y="3273828"/>
            <a:ext cx="2942947" cy="1655407"/>
          </a:xfrm>
          <a:prstGeom prst="rect">
            <a:avLst/>
          </a:prstGeom>
          <a:noFill/>
          <a:ln>
            <a:noFill/>
          </a:ln>
        </p:spPr>
      </p:pic>
      <p:pic>
        <p:nvPicPr>
          <p:cNvPr id="277" name="Google Shape;277;p43"/>
          <p:cNvPicPr preferRelativeResize="0"/>
          <p:nvPr/>
        </p:nvPicPr>
        <p:blipFill rotWithShape="1">
          <a:blip r:embed="rId6">
            <a:alphaModFix/>
          </a:blip>
          <a:srcRect b="0" l="0" r="0" t="0"/>
          <a:stretch/>
        </p:blipFill>
        <p:spPr>
          <a:xfrm>
            <a:off x="5436095" y="2819472"/>
            <a:ext cx="2603016" cy="2021166"/>
          </a:xfrm>
          <a:prstGeom prst="rect">
            <a:avLst/>
          </a:prstGeom>
          <a:noFill/>
          <a:ln>
            <a:noFill/>
          </a:ln>
        </p:spPr>
      </p:pic>
      <p:pic>
        <p:nvPicPr>
          <p:cNvPr id="278" name="Google Shape;278;p43"/>
          <p:cNvPicPr preferRelativeResize="0"/>
          <p:nvPr/>
        </p:nvPicPr>
        <p:blipFill rotWithShape="1">
          <a:blip r:embed="rId7">
            <a:alphaModFix/>
          </a:blip>
          <a:srcRect b="15494" l="25050" r="13836" t="16068"/>
          <a:stretch/>
        </p:blipFill>
        <p:spPr>
          <a:xfrm>
            <a:off x="3953508" y="411510"/>
            <a:ext cx="1258497" cy="1056996"/>
          </a:xfrm>
          <a:prstGeom prst="rect">
            <a:avLst/>
          </a:prstGeom>
          <a:noFill/>
          <a:ln>
            <a:noFill/>
          </a:ln>
        </p:spPr>
      </p:pic>
      <p:pic>
        <p:nvPicPr>
          <p:cNvPr id="279" name="Google Shape;279;p43"/>
          <p:cNvPicPr preferRelativeResize="0"/>
          <p:nvPr/>
        </p:nvPicPr>
        <p:blipFill rotWithShape="1">
          <a:blip r:embed="rId7">
            <a:alphaModFix/>
          </a:blip>
          <a:srcRect b="15494" l="25050" r="13836" t="16068"/>
          <a:stretch/>
        </p:blipFill>
        <p:spPr>
          <a:xfrm>
            <a:off x="4750156" y="1917734"/>
            <a:ext cx="1258497" cy="1056996"/>
          </a:xfrm>
          <a:prstGeom prst="rect">
            <a:avLst/>
          </a:prstGeom>
          <a:noFill/>
          <a:ln>
            <a:noFill/>
          </a:ln>
        </p:spPr>
      </p:pic>
      <p:pic>
        <p:nvPicPr>
          <p:cNvPr id="280" name="Google Shape;280;p43"/>
          <p:cNvPicPr preferRelativeResize="0"/>
          <p:nvPr/>
        </p:nvPicPr>
        <p:blipFill rotWithShape="1">
          <a:blip r:embed="rId7">
            <a:alphaModFix/>
          </a:blip>
          <a:srcRect b="15494" l="25050" r="13836" t="16068"/>
          <a:stretch/>
        </p:blipFill>
        <p:spPr>
          <a:xfrm>
            <a:off x="1394377" y="2662909"/>
            <a:ext cx="1258497" cy="105699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1000"/>
                                        <p:tgtEl>
                                          <p:spTgt spid="2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1000"/>
                                        <p:tgtEl>
                                          <p:spTgt spid="2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1000"/>
                                        <p:tgtEl>
                                          <p:spTgt spid="2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p44"/>
          <p:cNvPicPr preferRelativeResize="0"/>
          <p:nvPr/>
        </p:nvPicPr>
        <p:blipFill>
          <a:blip r:embed="rId3">
            <a:alphaModFix/>
          </a:blip>
          <a:stretch>
            <a:fillRect/>
          </a:stretch>
        </p:blipFill>
        <p:spPr>
          <a:xfrm>
            <a:off x="948775" y="0"/>
            <a:ext cx="6961609"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id="290" name="Google Shape;290;p45" title="Growth of fungal mycelium (1125x speed, Neurospora crassa).mp4">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pic>
        <p:nvPicPr>
          <p:cNvPr id="295" name="Google Shape;295;p46"/>
          <p:cNvPicPr preferRelativeResize="0"/>
          <p:nvPr/>
        </p:nvPicPr>
        <p:blipFill rotWithShape="1">
          <a:blip r:embed="rId3">
            <a:alphaModFix/>
          </a:blip>
          <a:srcRect b="0" l="0" r="0" t="0"/>
          <a:stretch/>
        </p:blipFill>
        <p:spPr>
          <a:xfrm>
            <a:off x="3131840" y="195486"/>
            <a:ext cx="3618402" cy="3533972"/>
          </a:xfrm>
          <a:prstGeom prst="rect">
            <a:avLst/>
          </a:prstGeom>
          <a:noFill/>
          <a:ln>
            <a:noFill/>
          </a:ln>
        </p:spPr>
      </p:pic>
      <p:pic>
        <p:nvPicPr>
          <p:cNvPr id="296" name="Google Shape;296;p46"/>
          <p:cNvPicPr preferRelativeResize="0"/>
          <p:nvPr/>
        </p:nvPicPr>
        <p:blipFill rotWithShape="1">
          <a:blip r:embed="rId4">
            <a:alphaModFix/>
          </a:blip>
          <a:srcRect b="0" l="0" r="0" t="0"/>
          <a:stretch/>
        </p:blipFill>
        <p:spPr>
          <a:xfrm>
            <a:off x="307230" y="1963276"/>
            <a:ext cx="3901440" cy="2926080"/>
          </a:xfrm>
          <a:prstGeom prst="rect">
            <a:avLst/>
          </a:prstGeom>
          <a:noFill/>
          <a:ln>
            <a:noFill/>
          </a:ln>
        </p:spPr>
      </p:pic>
      <p:sp>
        <p:nvSpPr>
          <p:cNvPr id="297" name="Google Shape;297;p46"/>
          <p:cNvSpPr/>
          <p:nvPr/>
        </p:nvSpPr>
        <p:spPr>
          <a:xfrm>
            <a:off x="5868144" y="3975906"/>
            <a:ext cx="2880300" cy="972000"/>
          </a:xfrm>
          <a:prstGeom prst="roundRect">
            <a:avLst>
              <a:gd fmla="val 16667" name="adj"/>
            </a:avLst>
          </a:prstGeom>
          <a:no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2800">
                <a:solidFill>
                  <a:schemeClr val="lt1"/>
                </a:solidFill>
                <a:latin typeface="Calibri"/>
                <a:ea typeface="Calibri"/>
                <a:cs typeface="Calibri"/>
                <a:sym typeface="Calibri"/>
              </a:rPr>
              <a:t>Qu’est-ce qu’on mange ce soir ? </a:t>
            </a:r>
            <a:endParaRPr b="1" sz="2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500"/>
                                        <p:tgtEl>
                                          <p:spTgt spid="2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0" st="0"/>
                                            </p:txEl>
                                          </p:spTgt>
                                        </p:tgtEl>
                                        <p:attrNameLst>
                                          <p:attrName>style.visibility</p:attrName>
                                        </p:attrNameLst>
                                      </p:cBhvr>
                                      <p:to>
                                        <p:strVal val="visible"/>
                                      </p:to>
                                    </p:set>
                                    <p:animEffect filter="fade" transition="in">
                                      <p:cBhvr>
                                        <p:cTn dur="500"/>
                                        <p:tgtEl>
                                          <p:spTgt spid="29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p47"/>
          <p:cNvPicPr preferRelativeResize="0"/>
          <p:nvPr/>
        </p:nvPicPr>
        <p:blipFill rotWithShape="1">
          <a:blip r:embed="rId3">
            <a:alphaModFix/>
          </a:blip>
          <a:srcRect b="0" l="0" r="0" t="0"/>
          <a:stretch/>
        </p:blipFill>
        <p:spPr>
          <a:xfrm>
            <a:off x="0" y="0"/>
            <a:ext cx="3102769" cy="1694260"/>
          </a:xfrm>
          <a:prstGeom prst="rect">
            <a:avLst/>
          </a:prstGeom>
          <a:noFill/>
          <a:ln>
            <a:noFill/>
          </a:ln>
        </p:spPr>
      </p:pic>
      <p:pic>
        <p:nvPicPr>
          <p:cNvPr id="303" name="Google Shape;303;p47"/>
          <p:cNvPicPr preferRelativeResize="0"/>
          <p:nvPr/>
        </p:nvPicPr>
        <p:blipFill rotWithShape="1">
          <a:blip r:embed="rId4">
            <a:alphaModFix/>
          </a:blip>
          <a:srcRect b="0" l="0" r="0" t="0"/>
          <a:stretch/>
        </p:blipFill>
        <p:spPr>
          <a:xfrm>
            <a:off x="1979613" y="0"/>
            <a:ext cx="3765947" cy="2338388"/>
          </a:xfrm>
          <a:prstGeom prst="rect">
            <a:avLst/>
          </a:prstGeom>
          <a:noFill/>
          <a:ln>
            <a:noFill/>
          </a:ln>
        </p:spPr>
      </p:pic>
      <p:pic>
        <p:nvPicPr>
          <p:cNvPr id="304" name="Google Shape;304;p47"/>
          <p:cNvPicPr preferRelativeResize="0"/>
          <p:nvPr/>
        </p:nvPicPr>
        <p:blipFill rotWithShape="1">
          <a:blip r:embed="rId5">
            <a:alphaModFix/>
          </a:blip>
          <a:srcRect b="0" l="0" r="0" t="0"/>
          <a:stretch/>
        </p:blipFill>
        <p:spPr>
          <a:xfrm>
            <a:off x="-22225" y="1545431"/>
            <a:ext cx="3009900" cy="2110978"/>
          </a:xfrm>
          <a:prstGeom prst="rect">
            <a:avLst/>
          </a:prstGeom>
          <a:noFill/>
          <a:ln>
            <a:noFill/>
          </a:ln>
        </p:spPr>
      </p:pic>
      <p:pic>
        <p:nvPicPr>
          <p:cNvPr id="305" name="Google Shape;305;p47"/>
          <p:cNvPicPr preferRelativeResize="0"/>
          <p:nvPr/>
        </p:nvPicPr>
        <p:blipFill rotWithShape="1">
          <a:blip r:embed="rId6">
            <a:alphaModFix/>
          </a:blip>
          <a:srcRect b="0" l="0" r="0" t="0"/>
          <a:stretch/>
        </p:blipFill>
        <p:spPr>
          <a:xfrm>
            <a:off x="5334000" y="0"/>
            <a:ext cx="2857500" cy="2143125"/>
          </a:xfrm>
          <a:prstGeom prst="rect">
            <a:avLst/>
          </a:prstGeom>
          <a:noFill/>
          <a:ln>
            <a:noFill/>
          </a:ln>
        </p:spPr>
      </p:pic>
      <p:pic>
        <p:nvPicPr>
          <p:cNvPr id="306" name="Google Shape;306;p47"/>
          <p:cNvPicPr preferRelativeResize="0"/>
          <p:nvPr/>
        </p:nvPicPr>
        <p:blipFill rotWithShape="1">
          <a:blip r:embed="rId7">
            <a:alphaModFix/>
          </a:blip>
          <a:srcRect b="0" l="0" r="0" t="0"/>
          <a:stretch/>
        </p:blipFill>
        <p:spPr>
          <a:xfrm>
            <a:off x="3524250" y="2031206"/>
            <a:ext cx="4214812" cy="2225279"/>
          </a:xfrm>
          <a:prstGeom prst="rect">
            <a:avLst/>
          </a:prstGeom>
          <a:noFill/>
          <a:ln>
            <a:noFill/>
          </a:ln>
        </p:spPr>
      </p:pic>
      <p:pic>
        <p:nvPicPr>
          <p:cNvPr id="307" name="Google Shape;307;p47"/>
          <p:cNvPicPr preferRelativeResize="0"/>
          <p:nvPr/>
        </p:nvPicPr>
        <p:blipFill rotWithShape="1">
          <a:blip r:embed="rId8">
            <a:alphaModFix/>
          </a:blip>
          <a:srcRect b="0" l="0" r="0" t="0"/>
          <a:stretch/>
        </p:blipFill>
        <p:spPr>
          <a:xfrm>
            <a:off x="5335588" y="3000375"/>
            <a:ext cx="2857500" cy="2143125"/>
          </a:xfrm>
          <a:prstGeom prst="rect">
            <a:avLst/>
          </a:prstGeom>
          <a:noFill/>
          <a:ln>
            <a:noFill/>
          </a:ln>
        </p:spPr>
      </p:pic>
      <p:pic>
        <p:nvPicPr>
          <p:cNvPr id="308" name="Google Shape;308;p47"/>
          <p:cNvPicPr preferRelativeResize="0"/>
          <p:nvPr/>
        </p:nvPicPr>
        <p:blipFill rotWithShape="1">
          <a:blip r:embed="rId9">
            <a:alphaModFix/>
          </a:blip>
          <a:srcRect b="0" l="0" r="0" t="0"/>
          <a:stretch/>
        </p:blipFill>
        <p:spPr>
          <a:xfrm>
            <a:off x="-22225" y="3062288"/>
            <a:ext cx="5357814" cy="2064543"/>
          </a:xfrm>
          <a:prstGeom prst="rect">
            <a:avLst/>
          </a:prstGeom>
          <a:noFill/>
          <a:ln>
            <a:noFill/>
          </a:ln>
        </p:spPr>
      </p:pic>
      <p:sp>
        <p:nvSpPr>
          <p:cNvPr id="309" name="Google Shape;309;p47"/>
          <p:cNvSpPr/>
          <p:nvPr/>
        </p:nvSpPr>
        <p:spPr>
          <a:xfrm>
            <a:off x="3132138" y="1924050"/>
            <a:ext cx="3201900" cy="1512000"/>
          </a:xfrm>
          <a:prstGeom prst="roundRect">
            <a:avLst>
              <a:gd fmla="val 16667" name="adj"/>
            </a:avLst>
          </a:prstGeom>
          <a:solidFill>
            <a:schemeClr val="lt1"/>
          </a:solidFill>
          <a:ln cap="flat" cmpd="sng" w="25400">
            <a:solidFill>
              <a:srgbClr val="04262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4400">
                <a:solidFill>
                  <a:schemeClr val="dk1"/>
                </a:solidFill>
                <a:latin typeface="Calibri"/>
                <a:ea typeface="Calibri"/>
                <a:cs typeface="Calibri"/>
                <a:sym typeface="Calibri"/>
              </a:rPr>
              <a:t>TOUT !</a:t>
            </a:r>
            <a:endParaRPr/>
          </a:p>
        </p:txBody>
      </p:sp>
      <p:pic>
        <p:nvPicPr>
          <p:cNvPr id="310" name="Google Shape;310;p47"/>
          <p:cNvPicPr preferRelativeResize="0"/>
          <p:nvPr/>
        </p:nvPicPr>
        <p:blipFill>
          <a:blip r:embed="rId10">
            <a:alphaModFix/>
          </a:blip>
          <a:stretch>
            <a:fillRect/>
          </a:stretch>
        </p:blipFill>
        <p:spPr>
          <a:xfrm>
            <a:off x="7441891" y="1868291"/>
            <a:ext cx="1702101" cy="1232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500"/>
                                        <p:tgtEl>
                                          <p:spTgt spid="3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500"/>
                                        <p:tgtEl>
                                          <p:spTgt spid="3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500"/>
                                        <p:tgtEl>
                                          <p:spTgt spid="3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500"/>
                                        <p:tgtEl>
                                          <p:spTgt spid="3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500"/>
                                        <p:tgtEl>
                                          <p:spTgt spid="3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1000"/>
                                        <p:tgtEl>
                                          <p:spTgt spid="3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pic>
        <p:nvPicPr>
          <p:cNvPr id="315" name="Google Shape;315;p48"/>
          <p:cNvPicPr preferRelativeResize="0"/>
          <p:nvPr/>
        </p:nvPicPr>
        <p:blipFill rotWithShape="1">
          <a:blip r:embed="rId3">
            <a:alphaModFix/>
          </a:blip>
          <a:srcRect b="0" l="0" r="0" t="0"/>
          <a:stretch/>
        </p:blipFill>
        <p:spPr>
          <a:xfrm>
            <a:off x="2000250" y="0"/>
            <a:ext cx="5143500" cy="5143500"/>
          </a:xfrm>
          <a:prstGeom prst="rect">
            <a:avLst/>
          </a:prstGeom>
          <a:noFill/>
          <a:ln>
            <a:noFill/>
          </a:ln>
        </p:spPr>
      </p:pic>
      <p:pic>
        <p:nvPicPr>
          <p:cNvPr descr="G:\Jovana\Fotke\gljive\DSCN0378.JPG" id="316" name="Google Shape;316;p48"/>
          <p:cNvPicPr preferRelativeResize="0"/>
          <p:nvPr/>
        </p:nvPicPr>
        <p:blipFill rotWithShape="1">
          <a:blip r:embed="rId4">
            <a:alphaModFix/>
          </a:blip>
          <a:srcRect b="0" l="0" r="0" t="0"/>
          <a:stretch/>
        </p:blipFill>
        <p:spPr>
          <a:xfrm>
            <a:off x="255425" y="0"/>
            <a:ext cx="3745066" cy="5143502"/>
          </a:xfrm>
          <a:prstGeom prst="rect">
            <a:avLst/>
          </a:prstGeom>
          <a:noFill/>
          <a:ln>
            <a:noFill/>
          </a:ln>
        </p:spPr>
      </p:pic>
      <p:pic>
        <p:nvPicPr>
          <p:cNvPr descr="G:\Jovana\Fotke\gljive\DSCN0381.JPG" id="317" name="Google Shape;317;p48"/>
          <p:cNvPicPr preferRelativeResize="0"/>
          <p:nvPr/>
        </p:nvPicPr>
        <p:blipFill rotWithShape="1">
          <a:blip r:embed="rId5">
            <a:alphaModFix/>
          </a:blip>
          <a:srcRect b="0" l="0" r="0" t="0"/>
          <a:stretch/>
        </p:blipFill>
        <p:spPr>
          <a:xfrm>
            <a:off x="4000500" y="0"/>
            <a:ext cx="3857617" cy="51435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9"/>
          <p:cNvSpPr txBox="1"/>
          <p:nvPr>
            <p:ph type="title"/>
          </p:nvPr>
        </p:nvSpPr>
        <p:spPr>
          <a:xfrm>
            <a:off x="265500" y="724075"/>
            <a:ext cx="4045200" cy="1482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fr">
                <a:solidFill>
                  <a:schemeClr val="lt1"/>
                </a:solidFill>
              </a:rPr>
              <a:t>ECOLOGIE</a:t>
            </a:r>
            <a:endParaRPr>
              <a:solidFill>
                <a:schemeClr val="lt1"/>
              </a:solidFill>
            </a:endParaRPr>
          </a:p>
          <a:p>
            <a:pPr indent="0" lvl="0" marL="0" rtl="0" algn="ctr">
              <a:spcBef>
                <a:spcPts val="0"/>
              </a:spcBef>
              <a:spcAft>
                <a:spcPts val="0"/>
              </a:spcAft>
              <a:buNone/>
            </a:pPr>
            <a:r>
              <a:rPr i="1" lang="fr" sz="1900">
                <a:solidFill>
                  <a:schemeClr val="lt1"/>
                </a:solidFill>
              </a:rPr>
              <a:t>Lifestyles</a:t>
            </a:r>
            <a:endParaRPr i="1" sz="1900">
              <a:solidFill>
                <a:schemeClr val="lt1"/>
              </a:solidFill>
            </a:endParaRPr>
          </a:p>
        </p:txBody>
      </p:sp>
      <p:sp>
        <p:nvSpPr>
          <p:cNvPr id="323" name="Google Shape;323;p4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350043" lvl="0" marL="457200" rtl="0" algn="l">
              <a:lnSpc>
                <a:spcPct val="140000"/>
              </a:lnSpc>
              <a:spcBef>
                <a:spcPts val="0"/>
              </a:spcBef>
              <a:spcAft>
                <a:spcPts val="0"/>
              </a:spcAft>
              <a:buClr>
                <a:srgbClr val="EFEFEF"/>
              </a:buClr>
              <a:buSzPts val="1913"/>
              <a:buAutoNum type="arabicPeriod"/>
            </a:pPr>
            <a:r>
              <a:rPr lang="fr" sz="1912">
                <a:solidFill>
                  <a:srgbClr val="EFEFEF"/>
                </a:solidFill>
              </a:rPr>
              <a:t>Mycorhiziens</a:t>
            </a:r>
            <a:endParaRPr sz="1912">
              <a:solidFill>
                <a:srgbClr val="EFEFEF"/>
              </a:solidFill>
            </a:endParaRPr>
          </a:p>
          <a:p>
            <a:pPr indent="-350043" lvl="0" marL="457200" rtl="0" algn="l">
              <a:lnSpc>
                <a:spcPct val="140000"/>
              </a:lnSpc>
              <a:spcBef>
                <a:spcPts val="0"/>
              </a:spcBef>
              <a:spcAft>
                <a:spcPts val="0"/>
              </a:spcAft>
              <a:buClr>
                <a:srgbClr val="EFEFEF"/>
              </a:buClr>
              <a:buSzPts val="1913"/>
              <a:buAutoNum type="arabicPeriod"/>
            </a:pPr>
            <a:r>
              <a:rPr lang="fr" sz="1912">
                <a:solidFill>
                  <a:srgbClr val="EFEFEF"/>
                </a:solidFill>
              </a:rPr>
              <a:t>Saprophytes </a:t>
            </a:r>
            <a:endParaRPr sz="1912">
              <a:solidFill>
                <a:srgbClr val="EFEFEF"/>
              </a:solidFill>
            </a:endParaRPr>
          </a:p>
          <a:p>
            <a:pPr indent="-350043" lvl="0" marL="457200" rtl="0" algn="l">
              <a:lnSpc>
                <a:spcPct val="140000"/>
              </a:lnSpc>
              <a:spcBef>
                <a:spcPts val="0"/>
              </a:spcBef>
              <a:spcAft>
                <a:spcPts val="0"/>
              </a:spcAft>
              <a:buClr>
                <a:srgbClr val="EFEFEF"/>
              </a:buClr>
              <a:buSzPts val="1913"/>
              <a:buAutoNum type="arabicPeriod"/>
            </a:pPr>
            <a:r>
              <a:rPr lang="fr" sz="1912">
                <a:solidFill>
                  <a:srgbClr val="EFEFEF"/>
                </a:solidFill>
              </a:rPr>
              <a:t>Parasites</a:t>
            </a:r>
            <a:endParaRPr sz="1912">
              <a:solidFill>
                <a:srgbClr val="EFEFEF"/>
              </a:solidFill>
            </a:endParaRPr>
          </a:p>
          <a:p>
            <a:pPr indent="-350043" lvl="0" marL="457200" rtl="0" algn="l">
              <a:lnSpc>
                <a:spcPct val="140000"/>
              </a:lnSpc>
              <a:spcBef>
                <a:spcPts val="0"/>
              </a:spcBef>
              <a:spcAft>
                <a:spcPts val="0"/>
              </a:spcAft>
              <a:buClr>
                <a:srgbClr val="EFEFEF"/>
              </a:buClr>
              <a:buSzPts val="1913"/>
              <a:buAutoNum type="arabicPeriod"/>
            </a:pPr>
            <a:r>
              <a:rPr lang="fr" sz="1912">
                <a:solidFill>
                  <a:srgbClr val="EFEFEF"/>
                </a:solidFill>
              </a:rPr>
              <a:t>Endophytes </a:t>
            </a:r>
            <a:endParaRPr sz="1912">
              <a:solidFill>
                <a:srgbClr val="EFEFEF"/>
              </a:solidFill>
            </a:endParaRPr>
          </a:p>
        </p:txBody>
      </p:sp>
      <p:sp>
        <p:nvSpPr>
          <p:cNvPr id="324" name="Google Shape;324;p4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t/>
            </a:r>
            <a:endParaRPr/>
          </a:p>
        </p:txBody>
      </p:sp>
      <p:pic>
        <p:nvPicPr>
          <p:cNvPr id="325" name="Google Shape;325;p49"/>
          <p:cNvPicPr preferRelativeResize="0"/>
          <p:nvPr/>
        </p:nvPicPr>
        <p:blipFill>
          <a:blip r:embed="rId3">
            <a:alphaModFix/>
          </a:blip>
          <a:stretch>
            <a:fillRect/>
          </a:stretch>
        </p:blipFill>
        <p:spPr>
          <a:xfrm>
            <a:off x="5477249" y="-125"/>
            <a:ext cx="3666754" cy="51435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0"/>
          <p:cNvSpPr txBox="1"/>
          <p:nvPr>
            <p:ph type="title"/>
          </p:nvPr>
        </p:nvSpPr>
        <p:spPr>
          <a:xfrm>
            <a:off x="782600" y="4336573"/>
            <a:ext cx="2997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u="sng">
                <a:solidFill>
                  <a:schemeClr val="hlink"/>
                </a:solidFill>
                <a:hlinkClick r:id="rId3"/>
              </a:rPr>
              <a:t>SPUN EARTH </a:t>
            </a:r>
            <a:endParaRPr>
              <a:solidFill>
                <a:schemeClr val="lt1"/>
              </a:solidFill>
            </a:endParaRPr>
          </a:p>
        </p:txBody>
      </p:sp>
      <p:sp>
        <p:nvSpPr>
          <p:cNvPr id="331" name="Google Shape;331;p50"/>
          <p:cNvSpPr txBox="1"/>
          <p:nvPr/>
        </p:nvSpPr>
        <p:spPr>
          <a:xfrm>
            <a:off x="558125" y="573875"/>
            <a:ext cx="4616100" cy="709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1"/>
              </a:buClr>
              <a:buSzPts val="1800"/>
              <a:buAutoNum type="arabicPeriod"/>
            </a:pPr>
            <a:r>
              <a:rPr lang="fr" sz="1800">
                <a:solidFill>
                  <a:schemeClr val="lt1"/>
                </a:solidFill>
              </a:rPr>
              <a:t>MYCORHIZIENS</a:t>
            </a:r>
            <a:endParaRPr sz="1800">
              <a:solidFill>
                <a:schemeClr val="lt1"/>
              </a:solidFill>
            </a:endParaRPr>
          </a:p>
        </p:txBody>
      </p:sp>
      <p:sp>
        <p:nvSpPr>
          <p:cNvPr id="332" name="Google Shape;332;p50"/>
          <p:cNvSpPr txBox="1"/>
          <p:nvPr>
            <p:ph type="title"/>
          </p:nvPr>
        </p:nvSpPr>
        <p:spPr>
          <a:xfrm>
            <a:off x="4340763" y="3431253"/>
            <a:ext cx="3852900" cy="841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sz="1900">
                <a:solidFill>
                  <a:schemeClr val="lt1"/>
                </a:solidFill>
              </a:rPr>
              <a:t>13.12 Gt Co2 / an fixés par les plantes terrestres sont directement alloués aux réseaux mycorhiziens</a:t>
            </a:r>
            <a:endParaRPr sz="1900">
              <a:solidFill>
                <a:schemeClr val="lt1"/>
              </a:solidFill>
            </a:endParaRPr>
          </a:p>
          <a:p>
            <a:pPr indent="0" lvl="0" marL="0" rtl="0" algn="l">
              <a:spcBef>
                <a:spcPts val="0"/>
              </a:spcBef>
              <a:spcAft>
                <a:spcPts val="0"/>
              </a:spcAft>
              <a:buNone/>
            </a:pPr>
            <a:r>
              <a:t/>
            </a:r>
            <a:endParaRPr sz="1900">
              <a:solidFill>
                <a:schemeClr val="lt1"/>
              </a:solidFill>
            </a:endParaRPr>
          </a:p>
          <a:p>
            <a:pPr indent="0" lvl="0" marL="0" rtl="0" algn="l">
              <a:spcBef>
                <a:spcPts val="0"/>
              </a:spcBef>
              <a:spcAft>
                <a:spcPts val="0"/>
              </a:spcAft>
              <a:buNone/>
            </a:pPr>
            <a:r>
              <a:rPr lang="fr" sz="1900">
                <a:solidFill>
                  <a:schemeClr val="lt1"/>
                </a:solidFill>
              </a:rPr>
              <a:t> = </a:t>
            </a:r>
            <a:r>
              <a:rPr lang="fr" sz="1900">
                <a:solidFill>
                  <a:schemeClr val="lt1"/>
                </a:solidFill>
              </a:rPr>
              <a:t>⅓ de nos </a:t>
            </a:r>
            <a:r>
              <a:rPr lang="fr" sz="1900">
                <a:solidFill>
                  <a:schemeClr val="lt1"/>
                </a:solidFill>
              </a:rPr>
              <a:t>émissions fossiles </a:t>
            </a:r>
            <a:endParaRPr sz="1900">
              <a:solidFill>
                <a:schemeClr val="lt1"/>
              </a:solidFill>
            </a:endParaRPr>
          </a:p>
          <a:p>
            <a:pPr indent="0" lvl="0" marL="0" rtl="0" algn="l">
              <a:spcBef>
                <a:spcPts val="0"/>
              </a:spcBef>
              <a:spcAft>
                <a:spcPts val="0"/>
              </a:spcAft>
              <a:buNone/>
            </a:pPr>
            <a:r>
              <a:t/>
            </a:r>
            <a:endParaRPr sz="1900">
              <a:solidFill>
                <a:schemeClr val="lt1"/>
              </a:solidFill>
            </a:endParaRPr>
          </a:p>
          <a:p>
            <a:pPr indent="0" lvl="0" marL="0" rtl="0" algn="l">
              <a:spcBef>
                <a:spcPts val="0"/>
              </a:spcBef>
              <a:spcAft>
                <a:spcPts val="0"/>
              </a:spcAft>
              <a:buNone/>
            </a:pPr>
            <a:r>
              <a:t/>
            </a:r>
            <a:endParaRPr sz="1900">
              <a:solidFill>
                <a:schemeClr val="lt1"/>
              </a:solidFill>
            </a:endParaRPr>
          </a:p>
          <a:p>
            <a:pPr indent="0" lvl="0" marL="0" rtl="0" algn="l">
              <a:spcBef>
                <a:spcPts val="0"/>
              </a:spcBef>
              <a:spcAft>
                <a:spcPts val="0"/>
              </a:spcAft>
              <a:buNone/>
            </a:pPr>
            <a:r>
              <a:t/>
            </a:r>
            <a:endParaRPr sz="1900">
              <a:solidFill>
                <a:schemeClr val="lt1"/>
              </a:solidFill>
            </a:endParaRPr>
          </a:p>
        </p:txBody>
      </p:sp>
      <p:pic>
        <p:nvPicPr>
          <p:cNvPr descr="A new animation discussing the evolution of mycorrhizal fungal relationships from SPUN and @FFungi made by the amazing May Kindred-Boothby with narration from @MerlinSheldrakeVideo. Music made by @CosmoSheldrake  from subterranean sounds recorded with microphones buried in the soil, and the bioelectrical activity of fungi recorded with electrodes." id="333" name="Google Shape;333;p50" title="Mycorrhizal Fungi: The Roots of Life on Land">
            <a:hlinkClick r:id="rId4"/>
          </p:cNvPr>
          <p:cNvPicPr preferRelativeResize="0"/>
          <p:nvPr/>
        </p:nvPicPr>
        <p:blipFill>
          <a:blip r:embed="rId5">
            <a:alphaModFix/>
          </a:blip>
          <a:stretch>
            <a:fillRect/>
          </a:stretch>
        </p:blipFill>
        <p:spPr>
          <a:xfrm>
            <a:off x="3592525" y="573882"/>
            <a:ext cx="4705084" cy="2646600"/>
          </a:xfrm>
          <a:prstGeom prst="rect">
            <a:avLst/>
          </a:prstGeom>
          <a:noFill/>
          <a:ln>
            <a:noFill/>
          </a:ln>
        </p:spPr>
      </p:pic>
      <p:pic>
        <p:nvPicPr>
          <p:cNvPr id="334" name="Google Shape;334;p50"/>
          <p:cNvPicPr preferRelativeResize="0"/>
          <p:nvPr/>
        </p:nvPicPr>
        <p:blipFill>
          <a:blip r:embed="rId6">
            <a:alphaModFix/>
          </a:blip>
          <a:stretch>
            <a:fillRect/>
          </a:stretch>
        </p:blipFill>
        <p:spPr>
          <a:xfrm>
            <a:off x="895025" y="1383950"/>
            <a:ext cx="1923875" cy="25818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1"/>
          <p:cNvSpPr txBox="1"/>
          <p:nvPr>
            <p:ph type="title"/>
          </p:nvPr>
        </p:nvSpPr>
        <p:spPr>
          <a:xfrm>
            <a:off x="5169150" y="3175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solidFill>
                  <a:schemeClr val="lt1"/>
                </a:solidFill>
              </a:rPr>
              <a:t>2023 data </a:t>
            </a:r>
            <a:endParaRPr>
              <a:solidFill>
                <a:schemeClr val="lt1"/>
              </a:solidFill>
            </a:endParaRPr>
          </a:p>
        </p:txBody>
      </p:sp>
      <p:pic>
        <p:nvPicPr>
          <p:cNvPr id="340" name="Google Shape;340;p51"/>
          <p:cNvPicPr preferRelativeResize="0"/>
          <p:nvPr/>
        </p:nvPicPr>
        <p:blipFill>
          <a:blip r:embed="rId3">
            <a:alphaModFix/>
          </a:blip>
          <a:stretch>
            <a:fillRect/>
          </a:stretch>
        </p:blipFill>
        <p:spPr>
          <a:xfrm>
            <a:off x="452200" y="661263"/>
            <a:ext cx="3120303" cy="3820978"/>
          </a:xfrm>
          <a:prstGeom prst="rect">
            <a:avLst/>
          </a:prstGeom>
          <a:noFill/>
          <a:ln>
            <a:noFill/>
          </a:ln>
        </p:spPr>
      </p:pic>
      <p:sp>
        <p:nvSpPr>
          <p:cNvPr id="341" name="Google Shape;341;p51"/>
          <p:cNvSpPr txBox="1"/>
          <p:nvPr/>
        </p:nvSpPr>
        <p:spPr>
          <a:xfrm>
            <a:off x="4182500" y="1214700"/>
            <a:ext cx="3968100" cy="39288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lt1"/>
              </a:buClr>
              <a:buSzPts val="1400"/>
              <a:buChar char="-"/>
            </a:pPr>
            <a:r>
              <a:rPr lang="fr">
                <a:solidFill>
                  <a:schemeClr val="lt1"/>
                </a:solidFill>
              </a:rPr>
              <a:t>Globally, soils contain ∼1500 Gt C — more carbon than in the atmosphere and plant biomass combined — meaning that some 75% of all terrestrial carbon is stored below ground at any one time</a:t>
            </a:r>
            <a:endParaRPr>
              <a:solidFill>
                <a:schemeClr val="lt1"/>
              </a:solidFill>
            </a:endParaRPr>
          </a:p>
          <a:p>
            <a:pPr indent="0" lvl="0" marL="0" rtl="0" algn="l">
              <a:spcBef>
                <a:spcPts val="0"/>
              </a:spcBef>
              <a:spcAft>
                <a:spcPts val="0"/>
              </a:spcAft>
              <a:buNone/>
            </a:pPr>
            <a:r>
              <a:t/>
            </a:r>
            <a:endParaRPr>
              <a:solidFill>
                <a:schemeClr val="lt1"/>
              </a:solidFill>
            </a:endParaRPr>
          </a:p>
          <a:p>
            <a:pPr indent="-317500" lvl="0" marL="457200" rtl="0" algn="l">
              <a:lnSpc>
                <a:spcPct val="115000"/>
              </a:lnSpc>
              <a:spcBef>
                <a:spcPts val="0"/>
              </a:spcBef>
              <a:spcAft>
                <a:spcPts val="0"/>
              </a:spcAft>
              <a:buClr>
                <a:schemeClr val="lt1"/>
              </a:buClr>
              <a:buSzPts val="1400"/>
              <a:buChar char="-"/>
            </a:pPr>
            <a:r>
              <a:rPr lang="fr" sz="1300">
                <a:solidFill>
                  <a:schemeClr val="lt1"/>
                </a:solidFill>
              </a:rPr>
              <a:t>Carbon allocation to mycorrhizal fungi averages between 1% and 13% depending on fungal type</a:t>
            </a:r>
            <a:br>
              <a:rPr lang="fr" sz="1300">
                <a:solidFill>
                  <a:schemeClr val="lt1"/>
                </a:solidFill>
              </a:rPr>
            </a:br>
            <a:endParaRPr sz="1300">
              <a:solidFill>
                <a:schemeClr val="lt1"/>
              </a:solidFill>
            </a:endParaRPr>
          </a:p>
          <a:p>
            <a:pPr indent="-311150" lvl="0" marL="457200" rtl="0" algn="l">
              <a:lnSpc>
                <a:spcPct val="115000"/>
              </a:lnSpc>
              <a:spcBef>
                <a:spcPts val="0"/>
              </a:spcBef>
              <a:spcAft>
                <a:spcPts val="0"/>
              </a:spcAft>
              <a:buClr>
                <a:schemeClr val="lt1"/>
              </a:buClr>
              <a:buSzPts val="1300"/>
              <a:buChar char="-"/>
            </a:pPr>
            <a:r>
              <a:rPr lang="fr" sz="1350">
                <a:solidFill>
                  <a:schemeClr val="lt1"/>
                </a:solidFill>
              </a:rPr>
              <a:t>Non-mycorrhizal associated plant biomass stores 8-fold less global carbon (29 Gt C) than AM-associated vegetation</a:t>
            </a:r>
            <a:endParaRPr sz="1300">
              <a:solidFill>
                <a:schemeClr val="lt1"/>
              </a:solidFill>
            </a:endParaRPr>
          </a:p>
          <a:p>
            <a:pPr indent="0" lvl="0" marL="0" rtl="0" algn="l">
              <a:lnSpc>
                <a:spcPct val="115000"/>
              </a:lnSpc>
              <a:spcBef>
                <a:spcPts val="400"/>
              </a:spcBef>
              <a:spcAft>
                <a:spcPts val="0"/>
              </a:spcAft>
              <a:buNone/>
            </a:pPr>
            <a:r>
              <a:t/>
            </a:r>
            <a:endParaRPr sz="1300">
              <a:solidFill>
                <a:schemeClr val="lt1"/>
              </a:solidFill>
            </a:endParaRPr>
          </a:p>
          <a:p>
            <a:pPr indent="-317500" lvl="0" marL="457200" rtl="0" algn="l">
              <a:lnSpc>
                <a:spcPct val="115000"/>
              </a:lnSpc>
              <a:spcBef>
                <a:spcPts val="400"/>
              </a:spcBef>
              <a:spcAft>
                <a:spcPts val="0"/>
              </a:spcAft>
              <a:buClr>
                <a:schemeClr val="lt1"/>
              </a:buClr>
              <a:buSzPts val="1400"/>
              <a:buChar char="-"/>
            </a:pPr>
            <a:r>
              <a:t/>
            </a:r>
            <a:endParaRPr sz="1100">
              <a:solidFill>
                <a:schemeClr val="dk1"/>
              </a:solidFill>
            </a:endParaRPr>
          </a:p>
          <a:p>
            <a:pPr indent="-317500" lvl="0" marL="457200" rtl="0" algn="l">
              <a:spcBef>
                <a:spcPts val="0"/>
              </a:spcBef>
              <a:spcAft>
                <a:spcPts val="0"/>
              </a:spcAft>
              <a:buClr>
                <a:schemeClr val="lt1"/>
              </a:buClr>
              <a:buSzPts val="1400"/>
              <a:buChar char="-"/>
            </a:pPr>
            <a:r>
              <a:t/>
            </a:r>
            <a:endParaRPr>
              <a:solidFill>
                <a:schemeClr val="lt1"/>
              </a:solidFill>
            </a:endParaRPr>
          </a:p>
        </p:txBody>
      </p:sp>
      <p:pic>
        <p:nvPicPr>
          <p:cNvPr id="342" name="Google Shape;342;p51"/>
          <p:cNvPicPr preferRelativeResize="0"/>
          <p:nvPr/>
        </p:nvPicPr>
        <p:blipFill>
          <a:blip r:embed="rId4">
            <a:alphaModFix/>
          </a:blip>
          <a:stretch>
            <a:fillRect/>
          </a:stretch>
        </p:blipFill>
        <p:spPr>
          <a:xfrm>
            <a:off x="-3237055" y="-318875"/>
            <a:ext cx="2419710" cy="5143501"/>
          </a:xfrm>
          <a:prstGeom prst="rect">
            <a:avLst/>
          </a:prstGeom>
          <a:noFill/>
          <a:ln>
            <a:noFill/>
          </a:ln>
        </p:spPr>
      </p:pic>
      <p:pic>
        <p:nvPicPr>
          <p:cNvPr id="343" name="Google Shape;343;p51"/>
          <p:cNvPicPr preferRelativeResize="0"/>
          <p:nvPr/>
        </p:nvPicPr>
        <p:blipFill>
          <a:blip r:embed="rId5">
            <a:alphaModFix/>
          </a:blip>
          <a:stretch>
            <a:fillRect/>
          </a:stretch>
        </p:blipFill>
        <p:spPr>
          <a:xfrm>
            <a:off x="489802" y="0"/>
            <a:ext cx="3045097"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id="348" name="Google Shape;348;p52"/>
          <p:cNvPicPr preferRelativeResize="0"/>
          <p:nvPr/>
        </p:nvPicPr>
        <p:blipFill>
          <a:blip r:embed="rId3">
            <a:alphaModFix/>
          </a:blip>
          <a:stretch>
            <a:fillRect/>
          </a:stretch>
        </p:blipFill>
        <p:spPr>
          <a:xfrm>
            <a:off x="1088350" y="0"/>
            <a:ext cx="6717449"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pic>
        <p:nvPicPr>
          <p:cNvPr descr="Tartuf na Mariovom dlanu, 2003" id="353" name="Google Shape;353;p53"/>
          <p:cNvPicPr preferRelativeResize="0"/>
          <p:nvPr/>
        </p:nvPicPr>
        <p:blipFill rotWithShape="1">
          <a:blip r:embed="rId3">
            <a:alphaModFix/>
          </a:blip>
          <a:srcRect b="0" l="0" r="0" t="0"/>
          <a:stretch/>
        </p:blipFill>
        <p:spPr>
          <a:xfrm>
            <a:off x="-107950" y="-42862"/>
            <a:ext cx="6938964" cy="5186364"/>
          </a:xfrm>
          <a:prstGeom prst="rect">
            <a:avLst/>
          </a:prstGeom>
          <a:noFill/>
          <a:ln>
            <a:noFill/>
          </a:ln>
        </p:spPr>
      </p:pic>
      <p:sp>
        <p:nvSpPr>
          <p:cNvPr id="354" name="Google Shape;354;p53"/>
          <p:cNvSpPr/>
          <p:nvPr/>
        </p:nvSpPr>
        <p:spPr>
          <a:xfrm>
            <a:off x="323850" y="4083844"/>
            <a:ext cx="3887700" cy="756000"/>
          </a:xfrm>
          <a:prstGeom prst="roundRect">
            <a:avLst>
              <a:gd fmla="val 16667" name="adj"/>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2800">
                <a:solidFill>
                  <a:schemeClr val="dk1"/>
                </a:solidFill>
                <a:latin typeface="Calibri"/>
                <a:ea typeface="Calibri"/>
                <a:cs typeface="Calibri"/>
                <a:sym typeface="Calibri"/>
              </a:rPr>
              <a:t>Truffle</a:t>
            </a:r>
            <a:endParaRPr b="1" sz="2800">
              <a:solidFill>
                <a:schemeClr val="dk1"/>
              </a:solidFill>
              <a:latin typeface="Calibri"/>
              <a:ea typeface="Calibri"/>
              <a:cs typeface="Calibri"/>
              <a:sym typeface="Calibri"/>
            </a:endParaRPr>
          </a:p>
        </p:txBody>
      </p:sp>
      <p:pic>
        <p:nvPicPr>
          <p:cNvPr id="355" name="Google Shape;355;p53"/>
          <p:cNvPicPr preferRelativeResize="0"/>
          <p:nvPr/>
        </p:nvPicPr>
        <p:blipFill>
          <a:blip r:embed="rId4">
            <a:alphaModFix/>
          </a:blip>
          <a:stretch>
            <a:fillRect/>
          </a:stretch>
        </p:blipFill>
        <p:spPr>
          <a:xfrm>
            <a:off x="577615" y="0"/>
            <a:ext cx="6804520" cy="5143500"/>
          </a:xfrm>
          <a:prstGeom prst="rect">
            <a:avLst/>
          </a:prstGeom>
          <a:noFill/>
          <a:ln>
            <a:noFill/>
          </a:ln>
        </p:spPr>
      </p:pic>
      <p:sp>
        <p:nvSpPr>
          <p:cNvPr id="356" name="Google Shape;356;p53"/>
          <p:cNvSpPr txBox="1"/>
          <p:nvPr/>
        </p:nvSpPr>
        <p:spPr>
          <a:xfrm>
            <a:off x="584588" y="4701300"/>
            <a:ext cx="5553900" cy="4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t>book: TREES TRUFFLES &amp; BEASTS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pic>
        <p:nvPicPr>
          <p:cNvPr id="361" name="Google Shape;361;p54"/>
          <p:cNvPicPr preferRelativeResize="0"/>
          <p:nvPr/>
        </p:nvPicPr>
        <p:blipFill rotWithShape="1">
          <a:blip r:embed="rId3">
            <a:alphaModFix/>
          </a:blip>
          <a:srcRect b="0" l="0" r="0" t="0"/>
          <a:stretch/>
        </p:blipFill>
        <p:spPr>
          <a:xfrm>
            <a:off x="0" y="0"/>
            <a:ext cx="9143999" cy="5143500"/>
          </a:xfrm>
          <a:prstGeom prst="rect">
            <a:avLst/>
          </a:prstGeom>
          <a:noFill/>
          <a:ln>
            <a:noFill/>
          </a:ln>
        </p:spPr>
      </p:pic>
      <p:sp>
        <p:nvSpPr>
          <p:cNvPr id="362" name="Google Shape;362;p54"/>
          <p:cNvSpPr/>
          <p:nvPr/>
        </p:nvSpPr>
        <p:spPr>
          <a:xfrm>
            <a:off x="6012160" y="4083918"/>
            <a:ext cx="3024300" cy="810000"/>
          </a:xfrm>
          <a:prstGeom prst="roundRect">
            <a:avLst>
              <a:gd fmla="val 16667" name="adj"/>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4000">
                <a:solidFill>
                  <a:schemeClr val="dk1"/>
                </a:solidFill>
                <a:latin typeface="Calibri"/>
                <a:ea typeface="Calibri"/>
                <a:cs typeface="Calibri"/>
                <a:sym typeface="Calibri"/>
              </a:rPr>
              <a:t>Cantharellus</a:t>
            </a:r>
            <a:endParaRPr b="1" sz="40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pic>
        <p:nvPicPr>
          <p:cNvPr id="367" name="Google Shape;367;p55"/>
          <p:cNvPicPr preferRelativeResize="0"/>
          <p:nvPr/>
        </p:nvPicPr>
        <p:blipFill rotWithShape="1">
          <a:blip r:embed="rId3">
            <a:alphaModFix/>
          </a:blip>
          <a:srcRect b="0" l="0" r="0" t="0"/>
          <a:stretch/>
        </p:blipFill>
        <p:spPr>
          <a:xfrm>
            <a:off x="-7932" y="-128550"/>
            <a:ext cx="9404468" cy="5272050"/>
          </a:xfrm>
          <a:prstGeom prst="rect">
            <a:avLst/>
          </a:prstGeom>
          <a:noFill/>
          <a:ln>
            <a:noFill/>
          </a:ln>
        </p:spPr>
      </p:pic>
      <p:sp>
        <p:nvSpPr>
          <p:cNvPr id="368" name="Google Shape;368;p55"/>
          <p:cNvSpPr/>
          <p:nvPr/>
        </p:nvSpPr>
        <p:spPr>
          <a:xfrm>
            <a:off x="5220072" y="4083918"/>
            <a:ext cx="3096300" cy="756000"/>
          </a:xfrm>
          <a:prstGeom prst="roundRect">
            <a:avLst>
              <a:gd fmla="val 16667" name="adj"/>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4400">
                <a:solidFill>
                  <a:schemeClr val="dk1"/>
                </a:solidFill>
                <a:latin typeface="Calibri"/>
                <a:ea typeface="Calibri"/>
                <a:cs typeface="Calibri"/>
                <a:sym typeface="Calibri"/>
              </a:rPr>
              <a:t>Boletus</a:t>
            </a:r>
            <a:endParaRPr b="1" sz="4400">
              <a:solidFill>
                <a:schemeClr val="dk1"/>
              </a:solidFill>
              <a:latin typeface="Calibri"/>
              <a:ea typeface="Calibri"/>
              <a:cs typeface="Calibri"/>
              <a:sym typeface="Calibri"/>
            </a:endParaRPr>
          </a:p>
        </p:txBody>
      </p:sp>
      <p:sp>
        <p:nvSpPr>
          <p:cNvPr id="369" name="Google Shape;369;p55"/>
          <p:cNvSpPr txBox="1"/>
          <p:nvPr/>
        </p:nvSpPr>
        <p:spPr>
          <a:xfrm>
            <a:off x="0" y="303498"/>
            <a:ext cx="9144000" cy="523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 sz="2800">
                <a:solidFill>
                  <a:schemeClr val="lt1"/>
                </a:solidFill>
                <a:latin typeface="Calibri"/>
                <a:ea typeface="Calibri"/>
                <a:cs typeface="Calibri"/>
                <a:sym typeface="Calibri"/>
              </a:rPr>
              <a:t>ECTOMYCO + MONOTROPOID</a:t>
            </a:r>
            <a:endParaRPr sz="2800">
              <a:solidFill>
                <a:schemeClr val="lt1"/>
              </a:solidFill>
              <a:latin typeface="Calibri"/>
              <a:ea typeface="Calibri"/>
              <a:cs typeface="Calibri"/>
              <a:sym typeface="Calibri"/>
            </a:endParaRPr>
          </a:p>
        </p:txBody>
      </p:sp>
      <p:pic>
        <p:nvPicPr>
          <p:cNvPr id="370" name="Google Shape;370;p55"/>
          <p:cNvPicPr preferRelativeResize="0"/>
          <p:nvPr/>
        </p:nvPicPr>
        <p:blipFill>
          <a:blip r:embed="rId4">
            <a:alphaModFix/>
          </a:blip>
          <a:stretch>
            <a:fillRect/>
          </a:stretch>
        </p:blipFill>
        <p:spPr>
          <a:xfrm>
            <a:off x="539550" y="-128550"/>
            <a:ext cx="7908087" cy="5272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pic>
        <p:nvPicPr>
          <p:cNvPr id="375" name="Google Shape;375;p5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76" name="Google Shape;376;p56"/>
          <p:cNvSpPr/>
          <p:nvPr/>
        </p:nvSpPr>
        <p:spPr>
          <a:xfrm>
            <a:off x="6372200" y="4353948"/>
            <a:ext cx="2771700" cy="789600"/>
          </a:xfrm>
          <a:prstGeom prst="roundRect">
            <a:avLst>
              <a:gd fmla="val 16667" name="adj"/>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3200">
                <a:solidFill>
                  <a:schemeClr val="dk1"/>
                </a:solidFill>
                <a:latin typeface="Calibri"/>
                <a:ea typeface="Calibri"/>
                <a:cs typeface="Calibri"/>
                <a:sym typeface="Calibri"/>
              </a:rPr>
              <a:t>2. </a:t>
            </a:r>
            <a:r>
              <a:rPr b="1" lang="fr" sz="3200">
                <a:solidFill>
                  <a:schemeClr val="dk1"/>
                </a:solidFill>
                <a:latin typeface="Calibri"/>
                <a:ea typeface="Calibri"/>
                <a:cs typeface="Calibri"/>
                <a:sym typeface="Calibri"/>
              </a:rPr>
              <a:t>Saprophytes</a:t>
            </a:r>
            <a:endParaRPr/>
          </a:p>
          <a:p>
            <a:pPr indent="0" lvl="0" marL="0" marR="0" rtl="0" algn="ctr">
              <a:spcBef>
                <a:spcPts val="0"/>
              </a:spcBef>
              <a:spcAft>
                <a:spcPts val="0"/>
              </a:spcAft>
              <a:buNone/>
            </a:pPr>
            <a:r>
              <a:t/>
            </a:r>
            <a:endParaRPr b="1"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7"/>
          <p:cNvSpPr/>
          <p:nvPr/>
        </p:nvSpPr>
        <p:spPr>
          <a:xfrm>
            <a:off x="3204750" y="699200"/>
            <a:ext cx="4038600" cy="1998300"/>
          </a:xfrm>
          <a:prstGeom prst="ellipse">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3200">
                <a:solidFill>
                  <a:schemeClr val="dk1"/>
                </a:solidFill>
                <a:latin typeface="Calibri"/>
                <a:ea typeface="Calibri"/>
                <a:cs typeface="Calibri"/>
                <a:sym typeface="Calibri"/>
              </a:rPr>
              <a:t>2. </a:t>
            </a:r>
            <a:r>
              <a:rPr b="1" lang="fr" sz="3200">
                <a:solidFill>
                  <a:schemeClr val="dk1"/>
                </a:solidFill>
                <a:latin typeface="Calibri"/>
                <a:ea typeface="Calibri"/>
                <a:cs typeface="Calibri"/>
                <a:sym typeface="Calibri"/>
              </a:rPr>
              <a:t>Saprophytes</a:t>
            </a:r>
            <a:endParaRPr b="1" sz="3200">
              <a:solidFill>
                <a:schemeClr val="dk1"/>
              </a:solidFill>
              <a:latin typeface="Calibri"/>
              <a:ea typeface="Calibri"/>
              <a:cs typeface="Calibri"/>
              <a:sym typeface="Calibri"/>
            </a:endParaRPr>
          </a:p>
        </p:txBody>
      </p:sp>
      <p:sp>
        <p:nvSpPr>
          <p:cNvPr id="382" name="Google Shape;382;p57"/>
          <p:cNvSpPr/>
          <p:nvPr/>
        </p:nvSpPr>
        <p:spPr>
          <a:xfrm>
            <a:off x="1044500" y="2913457"/>
            <a:ext cx="2448300" cy="1026300"/>
          </a:xfrm>
          <a:prstGeom prst="ellipse">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2000">
                <a:solidFill>
                  <a:schemeClr val="dk1"/>
                </a:solidFill>
                <a:latin typeface="Calibri"/>
                <a:ea typeface="Calibri"/>
                <a:cs typeface="Calibri"/>
                <a:sym typeface="Calibri"/>
              </a:rPr>
              <a:t>Paresseux</a:t>
            </a:r>
            <a:endParaRPr/>
          </a:p>
          <a:p>
            <a:pPr indent="0" lvl="0" marL="0" marR="0" rtl="0" algn="ctr">
              <a:spcBef>
                <a:spcPts val="0"/>
              </a:spcBef>
              <a:spcAft>
                <a:spcPts val="0"/>
              </a:spcAft>
              <a:buNone/>
            </a:pPr>
            <a:r>
              <a:rPr lang="fr" sz="1800">
                <a:solidFill>
                  <a:schemeClr val="dk1"/>
                </a:solidFill>
                <a:latin typeface="Calibri"/>
                <a:ea typeface="Calibri"/>
                <a:cs typeface="Calibri"/>
                <a:sym typeface="Calibri"/>
              </a:rPr>
              <a:t>(champignons)</a:t>
            </a:r>
            <a:endParaRPr sz="1800">
              <a:solidFill>
                <a:schemeClr val="dk1"/>
              </a:solidFill>
              <a:latin typeface="Calibri"/>
              <a:ea typeface="Calibri"/>
              <a:cs typeface="Calibri"/>
              <a:sym typeface="Calibri"/>
            </a:endParaRPr>
          </a:p>
        </p:txBody>
      </p:sp>
      <p:sp>
        <p:nvSpPr>
          <p:cNvPr id="383" name="Google Shape;383;p57"/>
          <p:cNvSpPr/>
          <p:nvPr/>
        </p:nvSpPr>
        <p:spPr>
          <a:xfrm>
            <a:off x="5030548" y="3035300"/>
            <a:ext cx="2808300" cy="1394700"/>
          </a:xfrm>
          <a:prstGeom prst="ellipse">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2400">
                <a:solidFill>
                  <a:schemeClr val="dk1"/>
                </a:solidFill>
                <a:latin typeface="Calibri"/>
                <a:ea typeface="Calibri"/>
                <a:cs typeface="Calibri"/>
                <a:sym typeface="Calibri"/>
              </a:rPr>
              <a:t>Laborieux</a:t>
            </a:r>
            <a:endParaRPr/>
          </a:p>
          <a:p>
            <a:pPr indent="0" lvl="0" marL="0" marR="0" rtl="0" algn="ctr">
              <a:spcBef>
                <a:spcPts val="0"/>
              </a:spcBef>
              <a:spcAft>
                <a:spcPts val="0"/>
              </a:spcAft>
              <a:buNone/>
            </a:pPr>
            <a:r>
              <a:rPr lang="fr" sz="1800">
                <a:solidFill>
                  <a:schemeClr val="dk1"/>
                </a:solidFill>
                <a:latin typeface="Calibri"/>
                <a:ea typeface="Calibri"/>
                <a:cs typeface="Calibri"/>
                <a:sym typeface="Calibri"/>
              </a:rPr>
              <a:t>(pleurotes, shiitaké)</a:t>
            </a:r>
            <a:endParaRPr sz="1800">
              <a:solidFill>
                <a:schemeClr val="dk1"/>
              </a:solidFill>
              <a:latin typeface="Calibri"/>
              <a:ea typeface="Calibri"/>
              <a:cs typeface="Calibri"/>
              <a:sym typeface="Calibri"/>
            </a:endParaRPr>
          </a:p>
        </p:txBody>
      </p:sp>
      <p:sp>
        <p:nvSpPr>
          <p:cNvPr id="384" name="Google Shape;384;p57"/>
          <p:cNvSpPr/>
          <p:nvPr/>
        </p:nvSpPr>
        <p:spPr>
          <a:xfrm rot="8255">
            <a:off x="6972070" y="1700952"/>
            <a:ext cx="874503" cy="1944253"/>
          </a:xfrm>
          <a:prstGeom prst="curvedLeft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5" name="Google Shape;385;p57"/>
          <p:cNvSpPr/>
          <p:nvPr/>
        </p:nvSpPr>
        <p:spPr>
          <a:xfrm rot="8434420">
            <a:off x="395498" y="1297553"/>
            <a:ext cx="3011878" cy="1373980"/>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57"/>
          <p:cNvSpPr/>
          <p:nvPr/>
        </p:nvSpPr>
        <p:spPr>
          <a:xfrm>
            <a:off x="4886548" y="2787507"/>
            <a:ext cx="3096300" cy="1890300"/>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2000"/>
                                        <p:tgtEl>
                                          <p:spTgt spid="3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8"/>
          <p:cNvSpPr txBox="1"/>
          <p:nvPr/>
        </p:nvSpPr>
        <p:spPr>
          <a:xfrm>
            <a:off x="1331640" y="387878"/>
            <a:ext cx="66075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2800">
                <a:solidFill>
                  <a:schemeClr val="lt1"/>
                </a:solidFill>
                <a:latin typeface="Calibri"/>
                <a:ea typeface="Calibri"/>
                <a:cs typeface="Calibri"/>
                <a:sym typeface="Calibri"/>
              </a:rPr>
              <a:t>What is the food for a Hard Worker species?</a:t>
            </a:r>
            <a:endParaRPr sz="2800">
              <a:solidFill>
                <a:schemeClr val="lt1"/>
              </a:solidFill>
              <a:latin typeface="Calibri"/>
              <a:ea typeface="Calibri"/>
              <a:cs typeface="Calibri"/>
              <a:sym typeface="Calibri"/>
            </a:endParaRPr>
          </a:p>
        </p:txBody>
      </p:sp>
      <p:sp>
        <p:nvSpPr>
          <p:cNvPr id="392" name="Google Shape;392;p58"/>
          <p:cNvSpPr txBox="1"/>
          <p:nvPr/>
        </p:nvSpPr>
        <p:spPr>
          <a:xfrm>
            <a:off x="1835696" y="1229305"/>
            <a:ext cx="20601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4000">
                <a:solidFill>
                  <a:schemeClr val="lt1"/>
                </a:solidFill>
                <a:latin typeface="Calibri"/>
                <a:ea typeface="Calibri"/>
                <a:cs typeface="Calibri"/>
                <a:sym typeface="Calibri"/>
              </a:rPr>
              <a:t>Cellulose</a:t>
            </a:r>
            <a:endParaRPr sz="4000">
              <a:solidFill>
                <a:schemeClr val="lt1"/>
              </a:solidFill>
              <a:latin typeface="Calibri"/>
              <a:ea typeface="Calibri"/>
              <a:cs typeface="Calibri"/>
              <a:sym typeface="Calibri"/>
            </a:endParaRPr>
          </a:p>
        </p:txBody>
      </p:sp>
      <p:sp>
        <p:nvSpPr>
          <p:cNvPr id="393" name="Google Shape;393;p58"/>
          <p:cNvSpPr txBox="1"/>
          <p:nvPr/>
        </p:nvSpPr>
        <p:spPr>
          <a:xfrm>
            <a:off x="4320063" y="1438713"/>
            <a:ext cx="394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2400">
                <a:solidFill>
                  <a:schemeClr val="lt1"/>
                </a:solidFill>
                <a:latin typeface="Calibri"/>
                <a:ea typeface="Calibri"/>
                <a:cs typeface="Calibri"/>
                <a:sym typeface="Calibri"/>
              </a:rPr>
              <a:t>&amp;</a:t>
            </a:r>
            <a:endParaRPr sz="2400">
              <a:solidFill>
                <a:schemeClr val="lt1"/>
              </a:solidFill>
              <a:latin typeface="Calibri"/>
              <a:ea typeface="Calibri"/>
              <a:cs typeface="Calibri"/>
              <a:sym typeface="Calibri"/>
            </a:endParaRPr>
          </a:p>
        </p:txBody>
      </p:sp>
      <p:sp>
        <p:nvSpPr>
          <p:cNvPr id="394" name="Google Shape;394;p58"/>
          <p:cNvSpPr txBox="1"/>
          <p:nvPr/>
        </p:nvSpPr>
        <p:spPr>
          <a:xfrm>
            <a:off x="5425477" y="1278100"/>
            <a:ext cx="18642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4000">
                <a:solidFill>
                  <a:schemeClr val="lt1"/>
                </a:solidFill>
                <a:latin typeface="Calibri"/>
                <a:ea typeface="Calibri"/>
                <a:cs typeface="Calibri"/>
                <a:sym typeface="Calibri"/>
              </a:rPr>
              <a:t>Lignin</a:t>
            </a:r>
            <a:endParaRPr sz="4000">
              <a:solidFill>
                <a:schemeClr val="lt1"/>
              </a:solidFill>
              <a:latin typeface="Calibri"/>
              <a:ea typeface="Calibri"/>
              <a:cs typeface="Calibri"/>
              <a:sym typeface="Calibri"/>
            </a:endParaRPr>
          </a:p>
        </p:txBody>
      </p:sp>
      <p:pic>
        <p:nvPicPr>
          <p:cNvPr id="395" name="Google Shape;395;p58"/>
          <p:cNvPicPr preferRelativeResize="0"/>
          <p:nvPr/>
        </p:nvPicPr>
        <p:blipFill rotWithShape="1">
          <a:blip r:embed="rId3">
            <a:alphaModFix/>
          </a:blip>
          <a:srcRect b="0" l="0" r="0" t="0"/>
          <a:stretch/>
        </p:blipFill>
        <p:spPr>
          <a:xfrm>
            <a:off x="2403839" y="1986094"/>
            <a:ext cx="4336317" cy="289229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59"/>
          <p:cNvSpPr txBox="1"/>
          <p:nvPr>
            <p:ph type="title"/>
          </p:nvPr>
        </p:nvSpPr>
        <p:spPr>
          <a:xfrm>
            <a:off x="1675800" y="475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solidFill>
                  <a:schemeClr val="lt1"/>
                </a:solidFill>
              </a:rPr>
              <a:t>Pourriture brune ou cubique 	 </a:t>
            </a:r>
            <a:endParaRPr>
              <a:solidFill>
                <a:schemeClr val="lt1"/>
              </a:solidFill>
            </a:endParaRPr>
          </a:p>
        </p:txBody>
      </p:sp>
      <p:sp>
        <p:nvSpPr>
          <p:cNvPr id="401" name="Google Shape;401;p59"/>
          <p:cNvSpPr txBox="1"/>
          <p:nvPr>
            <p:ph idx="1" type="body"/>
          </p:nvPr>
        </p:nvSpPr>
        <p:spPr>
          <a:xfrm>
            <a:off x="2065550" y="579950"/>
            <a:ext cx="3999900" cy="34164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t/>
            </a:r>
            <a:endParaRPr>
              <a:solidFill>
                <a:schemeClr val="lt2"/>
              </a:solidFill>
            </a:endParaRPr>
          </a:p>
          <a:p>
            <a:pPr indent="0" lvl="0" marL="0" rtl="0" algn="l">
              <a:spcBef>
                <a:spcPts val="1200"/>
              </a:spcBef>
              <a:spcAft>
                <a:spcPts val="0"/>
              </a:spcAft>
              <a:buNone/>
            </a:pPr>
            <a:r>
              <a:rPr lang="fr">
                <a:solidFill>
                  <a:schemeClr val="lt2"/>
                </a:solidFill>
              </a:rPr>
              <a:t>* Décomposition uniquement de la cellulose, ce qui laisse des </a:t>
            </a:r>
            <a:r>
              <a:rPr b="1" lang="fr">
                <a:solidFill>
                  <a:schemeClr val="lt2"/>
                </a:solidFill>
              </a:rPr>
              <a:t>cubes de lignines </a:t>
            </a:r>
            <a:r>
              <a:rPr lang="fr">
                <a:solidFill>
                  <a:schemeClr val="lt2"/>
                </a:solidFill>
              </a:rPr>
              <a:t>comme structures résiduelles - denses mais stables qui agissent comme des éponges absorbantes dans les sols</a:t>
            </a:r>
            <a:endParaRPr>
              <a:solidFill>
                <a:schemeClr val="lt2"/>
              </a:solidFill>
            </a:endParaRPr>
          </a:p>
          <a:p>
            <a:pPr indent="0" lvl="0" marL="0" rtl="0" algn="l">
              <a:spcBef>
                <a:spcPts val="1200"/>
              </a:spcBef>
              <a:spcAft>
                <a:spcPts val="0"/>
              </a:spcAft>
              <a:buNone/>
            </a:pPr>
            <a:r>
              <a:rPr i="1" lang="fr">
                <a:solidFill>
                  <a:schemeClr val="lt2"/>
                </a:solidFill>
              </a:rPr>
              <a:t>i.e., les cavités résiduelles sont des habitats privilégiés pour divers oiseaux (picinae), les ours, les campagnols, les écureuils, sans parler de la microfaune des sols </a:t>
            </a:r>
            <a:r>
              <a:rPr lang="fr">
                <a:solidFill>
                  <a:schemeClr val="lt2"/>
                </a:solidFill>
              </a:rPr>
              <a:t>(ou de la canopée ! )</a:t>
            </a:r>
            <a:endParaRPr>
              <a:solidFill>
                <a:schemeClr val="lt2"/>
              </a:solidFill>
            </a:endParaRPr>
          </a:p>
          <a:p>
            <a:pPr indent="0" lvl="0" marL="0" rtl="0" algn="l">
              <a:spcBef>
                <a:spcPts val="1200"/>
              </a:spcBef>
              <a:spcAft>
                <a:spcPts val="0"/>
              </a:spcAft>
              <a:buNone/>
            </a:pPr>
            <a:r>
              <a:rPr lang="fr">
                <a:solidFill>
                  <a:schemeClr val="lt2"/>
                </a:solidFill>
              </a:rPr>
              <a:t>* </a:t>
            </a:r>
            <a:r>
              <a:rPr lang="fr">
                <a:solidFill>
                  <a:schemeClr val="lt2"/>
                </a:solidFill>
              </a:rPr>
              <a:t>Diminution du volume occupé par le bois </a:t>
            </a:r>
            <a:endParaRPr>
              <a:solidFill>
                <a:schemeClr val="lt2"/>
              </a:solidFill>
            </a:endParaRPr>
          </a:p>
          <a:p>
            <a:pPr indent="0" lvl="0" marL="0" rtl="0" algn="l">
              <a:spcBef>
                <a:spcPts val="1200"/>
              </a:spcBef>
              <a:spcAft>
                <a:spcPts val="1200"/>
              </a:spcAft>
              <a:buNone/>
            </a:pPr>
            <a:r>
              <a:rPr i="1" lang="fr">
                <a:solidFill>
                  <a:schemeClr val="lt2"/>
                </a:solidFill>
              </a:rPr>
              <a:t>i.e., en alaska du sud-est  ⅓ des </a:t>
            </a:r>
            <a:r>
              <a:rPr i="1" lang="fr">
                <a:solidFill>
                  <a:schemeClr val="lt2"/>
                </a:solidFill>
              </a:rPr>
              <a:t>vieilles</a:t>
            </a:r>
            <a:r>
              <a:rPr i="1" lang="fr">
                <a:solidFill>
                  <a:schemeClr val="lt2"/>
                </a:solidFill>
              </a:rPr>
              <a:t> forêts / an</a:t>
            </a:r>
            <a:endParaRPr i="1">
              <a:solidFill>
                <a:schemeClr val="lt2"/>
              </a:solidFill>
            </a:endParaRPr>
          </a:p>
        </p:txBody>
      </p:sp>
      <p:pic>
        <p:nvPicPr>
          <p:cNvPr id="402" name="Google Shape;402;p59"/>
          <p:cNvPicPr preferRelativeResize="0"/>
          <p:nvPr/>
        </p:nvPicPr>
        <p:blipFill>
          <a:blip r:embed="rId3">
            <a:alphaModFix/>
          </a:blip>
          <a:stretch>
            <a:fillRect/>
          </a:stretch>
        </p:blipFill>
        <p:spPr>
          <a:xfrm>
            <a:off x="888850" y="64907"/>
            <a:ext cx="6664848" cy="5013676"/>
          </a:xfrm>
          <a:prstGeom prst="rect">
            <a:avLst/>
          </a:prstGeom>
          <a:noFill/>
          <a:ln>
            <a:noFill/>
          </a:ln>
        </p:spPr>
      </p:pic>
      <p:pic>
        <p:nvPicPr>
          <p:cNvPr id="403" name="Google Shape;403;p59"/>
          <p:cNvPicPr preferRelativeResize="0"/>
          <p:nvPr/>
        </p:nvPicPr>
        <p:blipFill>
          <a:blip r:embed="rId4">
            <a:alphaModFix/>
          </a:blip>
          <a:stretch>
            <a:fillRect/>
          </a:stretch>
        </p:blipFill>
        <p:spPr>
          <a:xfrm>
            <a:off x="920573" y="84313"/>
            <a:ext cx="6633125" cy="4974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pic>
        <p:nvPicPr>
          <p:cNvPr id="408" name="Google Shape;408;p60"/>
          <p:cNvPicPr preferRelativeResize="0"/>
          <p:nvPr/>
        </p:nvPicPr>
        <p:blipFill rotWithShape="1">
          <a:blip r:embed="rId3">
            <a:alphaModFix/>
          </a:blip>
          <a:srcRect b="0" l="0" r="0" t="0"/>
          <a:stretch/>
        </p:blipFill>
        <p:spPr>
          <a:xfrm>
            <a:off x="3905250" y="3537"/>
            <a:ext cx="3929062" cy="2632471"/>
          </a:xfrm>
          <a:prstGeom prst="rect">
            <a:avLst/>
          </a:prstGeom>
          <a:noFill/>
          <a:ln>
            <a:noFill/>
          </a:ln>
        </p:spPr>
      </p:pic>
      <p:sp>
        <p:nvSpPr>
          <p:cNvPr id="409" name="Google Shape;409;p60"/>
          <p:cNvSpPr txBox="1"/>
          <p:nvPr/>
        </p:nvSpPr>
        <p:spPr>
          <a:xfrm>
            <a:off x="1835696" y="1059582"/>
            <a:ext cx="1249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3600">
                <a:solidFill>
                  <a:schemeClr val="lt1"/>
                </a:solidFill>
                <a:latin typeface="Calibri"/>
                <a:ea typeface="Calibri"/>
                <a:cs typeface="Calibri"/>
                <a:sym typeface="Calibri"/>
              </a:rPr>
              <a:t>Straw</a:t>
            </a:r>
            <a:endParaRPr sz="3600">
              <a:solidFill>
                <a:schemeClr val="lt1"/>
              </a:solidFill>
              <a:latin typeface="Calibri"/>
              <a:ea typeface="Calibri"/>
              <a:cs typeface="Calibri"/>
              <a:sym typeface="Calibri"/>
            </a:endParaRPr>
          </a:p>
        </p:txBody>
      </p:sp>
      <p:pic>
        <p:nvPicPr>
          <p:cNvPr id="410" name="Google Shape;410;p60"/>
          <p:cNvPicPr preferRelativeResize="0"/>
          <p:nvPr/>
        </p:nvPicPr>
        <p:blipFill rotWithShape="1">
          <a:blip r:embed="rId4">
            <a:alphaModFix/>
          </a:blip>
          <a:srcRect b="0" l="0" r="0" t="0"/>
          <a:stretch/>
        </p:blipFill>
        <p:spPr>
          <a:xfrm>
            <a:off x="3905250" y="2306930"/>
            <a:ext cx="5252742" cy="2822972"/>
          </a:xfrm>
          <a:prstGeom prst="rect">
            <a:avLst/>
          </a:prstGeom>
          <a:noFill/>
          <a:ln>
            <a:noFill/>
          </a:ln>
        </p:spPr>
      </p:pic>
      <p:sp>
        <p:nvSpPr>
          <p:cNvPr id="411" name="Google Shape;411;p60"/>
          <p:cNvSpPr txBox="1"/>
          <p:nvPr/>
        </p:nvSpPr>
        <p:spPr>
          <a:xfrm>
            <a:off x="1619672" y="3273828"/>
            <a:ext cx="17544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3600">
                <a:solidFill>
                  <a:schemeClr val="lt1"/>
                </a:solidFill>
                <a:latin typeface="Calibri"/>
                <a:ea typeface="Calibri"/>
                <a:cs typeface="Calibri"/>
                <a:sym typeface="Calibri"/>
              </a:rPr>
              <a:t>Sawdust</a:t>
            </a:r>
            <a:endParaRPr sz="36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500"/>
                                        <p:tgtEl>
                                          <p:spTgt spid="4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500"/>
                                        <p:tgtEl>
                                          <p:spTgt spid="4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pic>
        <p:nvPicPr>
          <p:cNvPr id="416" name="Google Shape;416;p61"/>
          <p:cNvPicPr preferRelativeResize="0"/>
          <p:nvPr/>
        </p:nvPicPr>
        <p:blipFill rotWithShape="1">
          <a:blip r:embed="rId3">
            <a:alphaModFix/>
          </a:blip>
          <a:srcRect b="0" l="0" r="0" t="0"/>
          <a:stretch/>
        </p:blipFill>
        <p:spPr>
          <a:xfrm>
            <a:off x="-1" y="1191"/>
            <a:ext cx="5652121" cy="2624565"/>
          </a:xfrm>
          <a:prstGeom prst="rect">
            <a:avLst/>
          </a:prstGeom>
          <a:noFill/>
          <a:ln>
            <a:noFill/>
          </a:ln>
        </p:spPr>
      </p:pic>
      <p:sp>
        <p:nvSpPr>
          <p:cNvPr id="417" name="Google Shape;417;p61"/>
          <p:cNvSpPr txBox="1"/>
          <p:nvPr/>
        </p:nvSpPr>
        <p:spPr>
          <a:xfrm>
            <a:off x="5796136" y="1059582"/>
            <a:ext cx="22197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3600">
                <a:solidFill>
                  <a:schemeClr val="lt1"/>
                </a:solidFill>
                <a:latin typeface="Calibri"/>
                <a:ea typeface="Calibri"/>
                <a:cs typeface="Calibri"/>
                <a:sym typeface="Calibri"/>
              </a:rPr>
              <a:t>Corn stalks</a:t>
            </a:r>
            <a:endParaRPr sz="3600">
              <a:solidFill>
                <a:schemeClr val="lt1"/>
              </a:solidFill>
              <a:latin typeface="Calibri"/>
              <a:ea typeface="Calibri"/>
              <a:cs typeface="Calibri"/>
              <a:sym typeface="Calibri"/>
            </a:endParaRPr>
          </a:p>
        </p:txBody>
      </p:sp>
      <p:pic>
        <p:nvPicPr>
          <p:cNvPr id="418" name="Google Shape;418;p61"/>
          <p:cNvPicPr preferRelativeResize="0"/>
          <p:nvPr/>
        </p:nvPicPr>
        <p:blipFill rotWithShape="1">
          <a:blip r:embed="rId4">
            <a:alphaModFix/>
          </a:blip>
          <a:srcRect b="0" l="0" r="0" t="0"/>
          <a:stretch/>
        </p:blipFill>
        <p:spPr>
          <a:xfrm>
            <a:off x="-1" y="2625756"/>
            <a:ext cx="5614857" cy="2517744"/>
          </a:xfrm>
          <a:prstGeom prst="rect">
            <a:avLst/>
          </a:prstGeom>
          <a:noFill/>
          <a:ln>
            <a:noFill/>
          </a:ln>
        </p:spPr>
      </p:pic>
      <p:sp>
        <p:nvSpPr>
          <p:cNvPr id="419" name="Google Shape;419;p61"/>
          <p:cNvSpPr txBox="1"/>
          <p:nvPr/>
        </p:nvSpPr>
        <p:spPr>
          <a:xfrm>
            <a:off x="6228184" y="3165816"/>
            <a:ext cx="19338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3600">
                <a:solidFill>
                  <a:schemeClr val="lt1"/>
                </a:solidFill>
                <a:latin typeface="Calibri"/>
                <a:ea typeface="Calibri"/>
                <a:cs typeface="Calibri"/>
                <a:sym typeface="Calibri"/>
              </a:rPr>
              <a:t>Corncobs</a:t>
            </a:r>
            <a:endParaRPr sz="36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500"/>
                                        <p:tgtEl>
                                          <p:spTgt spid="4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pic>
        <p:nvPicPr>
          <p:cNvPr id="424" name="Google Shape;424;p62"/>
          <p:cNvPicPr preferRelativeResize="0"/>
          <p:nvPr/>
        </p:nvPicPr>
        <p:blipFill rotWithShape="1">
          <a:blip r:embed="rId3">
            <a:alphaModFix/>
          </a:blip>
          <a:srcRect b="0" l="0" r="0" t="0"/>
          <a:stretch/>
        </p:blipFill>
        <p:spPr>
          <a:xfrm>
            <a:off x="4283968" y="0"/>
            <a:ext cx="4860032" cy="2463737"/>
          </a:xfrm>
          <a:prstGeom prst="rect">
            <a:avLst/>
          </a:prstGeom>
          <a:noFill/>
          <a:ln>
            <a:noFill/>
          </a:ln>
        </p:spPr>
      </p:pic>
      <p:sp>
        <p:nvSpPr>
          <p:cNvPr id="425" name="Google Shape;425;p62"/>
          <p:cNvSpPr txBox="1"/>
          <p:nvPr/>
        </p:nvSpPr>
        <p:spPr>
          <a:xfrm>
            <a:off x="1979712" y="1231869"/>
            <a:ext cx="8925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3600">
                <a:solidFill>
                  <a:schemeClr val="lt1"/>
                </a:solidFill>
                <a:latin typeface="Calibri"/>
                <a:ea typeface="Calibri"/>
                <a:cs typeface="Calibri"/>
                <a:sym typeface="Calibri"/>
              </a:rPr>
              <a:t>Hay</a:t>
            </a:r>
            <a:endParaRPr sz="3600">
              <a:solidFill>
                <a:schemeClr val="lt1"/>
              </a:solidFill>
              <a:latin typeface="Calibri"/>
              <a:ea typeface="Calibri"/>
              <a:cs typeface="Calibri"/>
              <a:sym typeface="Calibri"/>
            </a:endParaRPr>
          </a:p>
        </p:txBody>
      </p:sp>
      <p:pic>
        <p:nvPicPr>
          <p:cNvPr id="426" name="Google Shape;426;p62"/>
          <p:cNvPicPr preferRelativeResize="0"/>
          <p:nvPr/>
        </p:nvPicPr>
        <p:blipFill rotWithShape="1">
          <a:blip r:embed="rId4">
            <a:alphaModFix/>
          </a:blip>
          <a:srcRect b="0" l="0" r="0" t="0"/>
          <a:stretch/>
        </p:blipFill>
        <p:spPr>
          <a:xfrm>
            <a:off x="4283969" y="2463738"/>
            <a:ext cx="3645024" cy="2679762"/>
          </a:xfrm>
          <a:prstGeom prst="rect">
            <a:avLst/>
          </a:prstGeom>
          <a:noFill/>
          <a:ln>
            <a:noFill/>
          </a:ln>
        </p:spPr>
      </p:pic>
      <p:sp>
        <p:nvSpPr>
          <p:cNvPr id="427" name="Google Shape;427;p62"/>
          <p:cNvSpPr txBox="1"/>
          <p:nvPr/>
        </p:nvSpPr>
        <p:spPr>
          <a:xfrm>
            <a:off x="1835696" y="3003798"/>
            <a:ext cx="18984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3600">
                <a:solidFill>
                  <a:schemeClr val="lt1"/>
                </a:solidFill>
                <a:latin typeface="Calibri"/>
                <a:ea typeface="Calibri"/>
                <a:cs typeface="Calibri"/>
                <a:sym typeface="Calibri"/>
              </a:rPr>
              <a:t>Branches</a:t>
            </a:r>
            <a:endParaRPr sz="3600">
              <a:solidFill>
                <a:schemeClr val="lt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pic>
        <p:nvPicPr>
          <p:cNvPr id="432" name="Google Shape;432;p63"/>
          <p:cNvPicPr preferRelativeResize="0"/>
          <p:nvPr/>
        </p:nvPicPr>
        <p:blipFill rotWithShape="1">
          <a:blip r:embed="rId3">
            <a:alphaModFix/>
          </a:blip>
          <a:srcRect b="0" l="0" r="0" t="0"/>
          <a:stretch/>
        </p:blipFill>
        <p:spPr>
          <a:xfrm>
            <a:off x="0" y="0"/>
            <a:ext cx="3824200" cy="2546598"/>
          </a:xfrm>
          <a:prstGeom prst="rect">
            <a:avLst/>
          </a:prstGeom>
          <a:noFill/>
          <a:ln>
            <a:noFill/>
          </a:ln>
        </p:spPr>
      </p:pic>
      <p:sp>
        <p:nvSpPr>
          <p:cNvPr id="433" name="Google Shape;433;p63"/>
          <p:cNvSpPr txBox="1"/>
          <p:nvPr/>
        </p:nvSpPr>
        <p:spPr>
          <a:xfrm>
            <a:off x="6055247" y="1030925"/>
            <a:ext cx="12663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3600">
                <a:solidFill>
                  <a:schemeClr val="lt1"/>
                </a:solidFill>
                <a:latin typeface="Calibri"/>
                <a:ea typeface="Calibri"/>
                <a:cs typeface="Calibri"/>
                <a:sym typeface="Calibri"/>
              </a:rPr>
              <a:t>Paper</a:t>
            </a:r>
            <a:endParaRPr sz="3600">
              <a:solidFill>
                <a:schemeClr val="lt1"/>
              </a:solidFill>
              <a:latin typeface="Calibri"/>
              <a:ea typeface="Calibri"/>
              <a:cs typeface="Calibri"/>
              <a:sym typeface="Calibri"/>
            </a:endParaRPr>
          </a:p>
        </p:txBody>
      </p:sp>
      <p:pic>
        <p:nvPicPr>
          <p:cNvPr id="434" name="Google Shape;434;p63"/>
          <p:cNvPicPr preferRelativeResize="0"/>
          <p:nvPr/>
        </p:nvPicPr>
        <p:blipFill rotWithShape="1">
          <a:blip r:embed="rId4">
            <a:alphaModFix/>
          </a:blip>
          <a:srcRect b="0" l="0" r="0" t="0"/>
          <a:stretch/>
        </p:blipFill>
        <p:spPr>
          <a:xfrm>
            <a:off x="-40753" y="2355726"/>
            <a:ext cx="5139685" cy="2795303"/>
          </a:xfrm>
          <a:prstGeom prst="rect">
            <a:avLst/>
          </a:prstGeom>
          <a:noFill/>
          <a:ln>
            <a:noFill/>
          </a:ln>
        </p:spPr>
      </p:pic>
      <p:sp>
        <p:nvSpPr>
          <p:cNvPr id="435" name="Google Shape;435;p63"/>
          <p:cNvSpPr txBox="1"/>
          <p:nvPr/>
        </p:nvSpPr>
        <p:spPr>
          <a:xfrm>
            <a:off x="5149034" y="2928936"/>
            <a:ext cx="3934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3600">
                <a:solidFill>
                  <a:schemeClr val="lt1"/>
                </a:solidFill>
                <a:latin typeface="Calibri"/>
                <a:ea typeface="Calibri"/>
                <a:cs typeface="Calibri"/>
                <a:sym typeface="Calibri"/>
              </a:rPr>
              <a:t>Brewery spent grain</a:t>
            </a:r>
            <a:endParaRPr sz="3600">
              <a:solidFill>
                <a:schemeClr val="lt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pic>
        <p:nvPicPr>
          <p:cNvPr id="440" name="Google Shape;440;p64"/>
          <p:cNvPicPr preferRelativeResize="0"/>
          <p:nvPr/>
        </p:nvPicPr>
        <p:blipFill rotWithShape="1">
          <a:blip r:embed="rId3">
            <a:alphaModFix/>
          </a:blip>
          <a:srcRect b="0" l="0" r="0" t="0"/>
          <a:stretch/>
        </p:blipFill>
        <p:spPr>
          <a:xfrm>
            <a:off x="520779" y="445294"/>
            <a:ext cx="4698206" cy="4698206"/>
          </a:xfrm>
          <a:prstGeom prst="rect">
            <a:avLst/>
          </a:prstGeom>
          <a:noFill/>
          <a:ln>
            <a:noFill/>
          </a:ln>
        </p:spPr>
      </p:pic>
      <p:sp>
        <p:nvSpPr>
          <p:cNvPr id="441" name="Google Shape;441;p64"/>
          <p:cNvSpPr/>
          <p:nvPr/>
        </p:nvSpPr>
        <p:spPr>
          <a:xfrm>
            <a:off x="539750" y="915591"/>
            <a:ext cx="2663700" cy="702300"/>
          </a:xfrm>
          <a:prstGeom prst="roundRect">
            <a:avLst>
              <a:gd fmla="val 16667" name="adj"/>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fr" sz="2400">
                <a:solidFill>
                  <a:schemeClr val="dk1"/>
                </a:solidFill>
                <a:latin typeface="Calibri"/>
                <a:ea typeface="Calibri"/>
                <a:cs typeface="Calibri"/>
                <a:sym typeface="Calibri"/>
              </a:rPr>
              <a:t>Phallus impudicus</a:t>
            </a:r>
            <a:endParaRPr/>
          </a:p>
        </p:txBody>
      </p:sp>
      <p:pic>
        <p:nvPicPr>
          <p:cNvPr id="442" name="Google Shape;442;p64"/>
          <p:cNvPicPr preferRelativeResize="0"/>
          <p:nvPr/>
        </p:nvPicPr>
        <p:blipFill rotWithShape="1">
          <a:blip r:embed="rId4">
            <a:alphaModFix/>
          </a:blip>
          <a:srcRect b="0" l="0" r="0" t="0"/>
          <a:stretch/>
        </p:blipFill>
        <p:spPr>
          <a:xfrm>
            <a:off x="3610475" y="575025"/>
            <a:ext cx="3531175" cy="3032150"/>
          </a:xfrm>
          <a:prstGeom prst="rect">
            <a:avLst/>
          </a:prstGeom>
          <a:noFill/>
          <a:ln>
            <a:noFill/>
          </a:ln>
        </p:spPr>
      </p:pic>
      <p:sp>
        <p:nvSpPr>
          <p:cNvPr id="443" name="Google Shape;443;p64"/>
          <p:cNvSpPr/>
          <p:nvPr/>
        </p:nvSpPr>
        <p:spPr>
          <a:xfrm>
            <a:off x="179512" y="141480"/>
            <a:ext cx="3473400" cy="486000"/>
          </a:xfrm>
          <a:prstGeom prst="roundRect">
            <a:avLst>
              <a:gd fmla="val 16667" name="adj"/>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2800">
                <a:solidFill>
                  <a:schemeClr val="dk1"/>
                </a:solidFill>
                <a:latin typeface="Calibri"/>
                <a:ea typeface="Calibri"/>
                <a:cs typeface="Calibri"/>
                <a:sym typeface="Calibri"/>
              </a:rPr>
              <a:t>Reproduction</a:t>
            </a:r>
            <a:endParaRPr b="1" sz="2800">
              <a:solidFill>
                <a:schemeClr val="dk1"/>
              </a:solidFill>
              <a:latin typeface="Calibri"/>
              <a:ea typeface="Calibri"/>
              <a:cs typeface="Calibri"/>
              <a:sym typeface="Calibri"/>
            </a:endParaRPr>
          </a:p>
        </p:txBody>
      </p:sp>
      <p:pic>
        <p:nvPicPr>
          <p:cNvPr id="444" name="Google Shape;444;p64"/>
          <p:cNvPicPr preferRelativeResize="0"/>
          <p:nvPr/>
        </p:nvPicPr>
        <p:blipFill>
          <a:blip r:embed="rId5">
            <a:alphaModFix/>
          </a:blip>
          <a:stretch>
            <a:fillRect/>
          </a:stretch>
        </p:blipFill>
        <p:spPr>
          <a:xfrm>
            <a:off x="508539" y="0"/>
            <a:ext cx="7678262"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500"/>
                                        <p:tgtEl>
                                          <p:spTgt spid="4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500"/>
                                        <p:tgtEl>
                                          <p:spTgt spid="4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500"/>
                                        <p:tgtEl>
                                          <p:spTgt spid="4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65"/>
          <p:cNvSpPr txBox="1"/>
          <p:nvPr>
            <p:ph type="title"/>
          </p:nvPr>
        </p:nvSpPr>
        <p:spPr>
          <a:xfrm>
            <a:off x="1435975" y="85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solidFill>
                  <a:schemeClr val="lt1"/>
                </a:solidFill>
                <a:latin typeface="Lexend"/>
                <a:ea typeface="Lexend"/>
                <a:cs typeface="Lexend"/>
                <a:sym typeface="Lexend"/>
              </a:rPr>
              <a:t>ASCO - </a:t>
            </a:r>
            <a:r>
              <a:rPr lang="fr">
                <a:solidFill>
                  <a:srgbClr val="F98B3F"/>
                </a:solidFill>
                <a:latin typeface="Lexend"/>
                <a:ea typeface="Lexend"/>
                <a:cs typeface="Lexend"/>
                <a:sym typeface="Lexend"/>
              </a:rPr>
              <a:t>mycète	</a:t>
            </a:r>
            <a:r>
              <a:rPr lang="fr">
                <a:solidFill>
                  <a:schemeClr val="lt1"/>
                </a:solidFill>
                <a:latin typeface="Lexend"/>
                <a:ea typeface="Lexend"/>
                <a:cs typeface="Lexend"/>
                <a:sym typeface="Lexend"/>
              </a:rPr>
              <a:t>		    BASIDIO - </a:t>
            </a:r>
            <a:r>
              <a:rPr lang="fr">
                <a:solidFill>
                  <a:srgbClr val="F98B3F"/>
                </a:solidFill>
                <a:latin typeface="Lexend"/>
                <a:ea typeface="Lexend"/>
                <a:cs typeface="Lexend"/>
                <a:sym typeface="Lexend"/>
              </a:rPr>
              <a:t>mycète</a:t>
            </a:r>
            <a:endParaRPr>
              <a:solidFill>
                <a:srgbClr val="F98B3F"/>
              </a:solidFill>
              <a:latin typeface="Lexend"/>
              <a:ea typeface="Lexend"/>
              <a:cs typeface="Lexend"/>
              <a:sym typeface="Lexend"/>
            </a:endParaRPr>
          </a:p>
        </p:txBody>
      </p:sp>
      <p:sp>
        <p:nvSpPr>
          <p:cNvPr id="450" name="Google Shape;450;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Fungi produce 50 megatons of spores each year—equivalent to the weight of five hundred thousand blue whales—making them the largest source of living particles in the air. Spores are found in clouds and influence the weather by triggering the formation of the water droplets that form rain and the ice crystals that form snow, sleet, and hail.&#10;.&#10;Video © Patrick Hickey" id="451" name="Google Shape;451;p65" title="Spore release from a puffball">
            <a:hlinkClick r:id="rId3"/>
          </p:cNvPr>
          <p:cNvPicPr preferRelativeResize="0"/>
          <p:nvPr/>
        </p:nvPicPr>
        <p:blipFill>
          <a:blip r:embed="rId4">
            <a:alphaModFix/>
          </a:blip>
          <a:stretch>
            <a:fillRect/>
          </a:stretch>
        </p:blipFill>
        <p:spPr>
          <a:xfrm>
            <a:off x="821113" y="732950"/>
            <a:ext cx="3457475" cy="1944825"/>
          </a:xfrm>
          <a:prstGeom prst="rect">
            <a:avLst/>
          </a:prstGeom>
          <a:noFill/>
          <a:ln>
            <a:noFill/>
          </a:ln>
        </p:spPr>
      </p:pic>
      <p:pic>
        <p:nvPicPr>
          <p:cNvPr descr="Video © Patrick Hickey" id="452" name="Google Shape;452;p65" title="Spore release from an Amanita muscaria mushroom">
            <a:hlinkClick r:id="rId5"/>
          </p:cNvPr>
          <p:cNvPicPr preferRelativeResize="0"/>
          <p:nvPr/>
        </p:nvPicPr>
        <p:blipFill>
          <a:blip r:embed="rId6">
            <a:alphaModFix/>
          </a:blip>
          <a:stretch>
            <a:fillRect/>
          </a:stretch>
        </p:blipFill>
        <p:spPr>
          <a:xfrm>
            <a:off x="5111900" y="732950"/>
            <a:ext cx="3457475" cy="1944825"/>
          </a:xfrm>
          <a:prstGeom prst="rect">
            <a:avLst/>
          </a:prstGeom>
          <a:noFill/>
          <a:ln>
            <a:noFill/>
          </a:ln>
        </p:spPr>
      </p:pic>
      <p:sp>
        <p:nvSpPr>
          <p:cNvPr id="453" name="Google Shape;453;p65"/>
          <p:cNvSpPr txBox="1"/>
          <p:nvPr/>
        </p:nvSpPr>
        <p:spPr>
          <a:xfrm>
            <a:off x="7014550" y="3108138"/>
            <a:ext cx="1554900" cy="1885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fr" sz="850">
                <a:solidFill>
                  <a:schemeClr val="lt2"/>
                </a:solidFill>
                <a:latin typeface="Roboto"/>
                <a:ea typeface="Roboto"/>
                <a:cs typeface="Roboto"/>
                <a:sym typeface="Roboto"/>
              </a:rPr>
              <a:t>Il m’arrive d’avoir des accélérations fulgurantes qui exerce mille fois la force de la gravité , soit 10.000 x plus qu'une navette spatiale directement après le lancement,et ma vitesse peut atteindre, au plus, des centaines de kilomètres par heure, soit un des mouvements les plus rapide créé par un organisme vivant </a:t>
            </a:r>
            <a:endParaRPr sz="3500">
              <a:solidFill>
                <a:schemeClr val="lt2"/>
              </a:solidFill>
            </a:endParaRPr>
          </a:p>
        </p:txBody>
      </p:sp>
      <p:sp>
        <p:nvSpPr>
          <p:cNvPr id="454" name="Google Shape;454;p65"/>
          <p:cNvSpPr txBox="1"/>
          <p:nvPr>
            <p:ph type="title"/>
          </p:nvPr>
        </p:nvSpPr>
        <p:spPr>
          <a:xfrm>
            <a:off x="980900" y="2634313"/>
            <a:ext cx="4180800" cy="45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920">
                <a:solidFill>
                  <a:schemeClr val="lt1"/>
                </a:solidFill>
              </a:rPr>
              <a:t>* taille basale d’une spore, quoique très variable : 10 microns</a:t>
            </a:r>
            <a:endParaRPr sz="920">
              <a:solidFill>
                <a:schemeClr val="lt1"/>
              </a:solidFill>
            </a:endParaRPr>
          </a:p>
          <a:p>
            <a:pPr indent="0" lvl="0" marL="0" rtl="0" algn="l">
              <a:spcBef>
                <a:spcPts val="0"/>
              </a:spcBef>
              <a:spcAft>
                <a:spcPts val="0"/>
              </a:spcAft>
              <a:buNone/>
            </a:pPr>
            <a:r>
              <a:rPr lang="fr" sz="920">
                <a:solidFill>
                  <a:schemeClr val="lt1"/>
                </a:solidFill>
              </a:rPr>
              <a:t>* en 24 h , un champignon libère des milliards de spores </a:t>
            </a:r>
            <a:endParaRPr sz="920">
              <a:solidFill>
                <a:schemeClr val="lt1"/>
              </a:solidFill>
            </a:endParaRPr>
          </a:p>
        </p:txBody>
      </p:sp>
      <p:pic>
        <p:nvPicPr>
          <p:cNvPr descr="Some fungi, like Aleuria aurantia, synchronise spore ejection creating a jet of air—a ‘cooperatively generated wind’—which carries them around obstacles. &#10;. &#10;Video © Patrick Hickey" id="455" name="Google Shape;455;p65" title="Spore ejection from orange peel fungus, Aleuria aurantia">
            <a:hlinkClick r:id="rId7"/>
          </p:cNvPr>
          <p:cNvPicPr preferRelativeResize="0"/>
          <p:nvPr/>
        </p:nvPicPr>
        <p:blipFill>
          <a:blip r:embed="rId8">
            <a:alphaModFix/>
          </a:blip>
          <a:stretch>
            <a:fillRect/>
          </a:stretch>
        </p:blipFill>
        <p:spPr>
          <a:xfrm>
            <a:off x="821126" y="3078475"/>
            <a:ext cx="3457466" cy="1944825"/>
          </a:xfrm>
          <a:prstGeom prst="rect">
            <a:avLst/>
          </a:prstGeom>
          <a:noFill/>
          <a:ln>
            <a:noFill/>
          </a:ln>
        </p:spPr>
      </p:pic>
      <p:pic>
        <p:nvPicPr>
          <p:cNvPr id="456" name="Google Shape;456;p65" title="buler's drop  - Trim.mp4">
            <a:hlinkClick r:id="rId9"/>
          </p:cNvPr>
          <p:cNvPicPr preferRelativeResize="0"/>
          <p:nvPr/>
        </p:nvPicPr>
        <p:blipFill>
          <a:blip r:embed="rId10">
            <a:alphaModFix/>
          </a:blip>
          <a:stretch>
            <a:fillRect/>
          </a:stretch>
        </p:blipFill>
        <p:spPr>
          <a:xfrm>
            <a:off x="5116758" y="3078475"/>
            <a:ext cx="1897800" cy="191601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1000"/>
                                        <p:tgtEl>
                                          <p:spTgt spid="452"/>
                                        </p:tgtEl>
                                      </p:cBhvr>
                                    </p:animEffect>
                                  </p:childTnLst>
                                </p:cTn>
                              </p:par>
                              <p:par>
                                <p:cTn fill="hold" nodeType="withEffect" presetClass="entr" presetID="10" presetSubtype="0">
                                  <p:stCondLst>
                                    <p:cond delay="0"/>
                                  </p:stCondLst>
                                  <p:childTnLst>
                                    <p:set>
                                      <p:cBhvr>
                                        <p:cTn dur="1" fill="hold">
                                          <p:stCondLst>
                                            <p:cond delay="0"/>
                                          </p:stCondLst>
                                        </p:cTn>
                                        <p:tgtEl>
                                          <p:spTgt spid="451"/>
                                        </p:tgtEl>
                                        <p:attrNameLst>
                                          <p:attrName>style.visibility</p:attrName>
                                        </p:attrNameLst>
                                      </p:cBhvr>
                                      <p:to>
                                        <p:strVal val="visible"/>
                                      </p:to>
                                    </p:set>
                                    <p:animEffect filter="fade" transition="in">
                                      <p:cBhvr>
                                        <p:cTn dur="1000"/>
                                        <p:tgtEl>
                                          <p:spTgt spid="451"/>
                                        </p:tgtEl>
                                      </p:cBhvr>
                                    </p:animEffect>
                                  </p:childTnLst>
                                </p:cTn>
                              </p:par>
                              <p:par>
                                <p:cTn fill="hold" nodeType="with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1000"/>
                                        <p:tgtEl>
                                          <p:spTgt spid="4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6"/>
          <p:cNvSpPr/>
          <p:nvPr/>
        </p:nvSpPr>
        <p:spPr>
          <a:xfrm>
            <a:off x="611188" y="465535"/>
            <a:ext cx="3168600" cy="1296600"/>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2800">
                <a:solidFill>
                  <a:schemeClr val="dk1"/>
                </a:solidFill>
                <a:latin typeface="Calibri"/>
                <a:ea typeface="Calibri"/>
                <a:cs typeface="Calibri"/>
                <a:sym typeface="Calibri"/>
              </a:rPr>
              <a:t>Sexual reproduction</a:t>
            </a:r>
            <a:endParaRPr b="1" sz="2800">
              <a:solidFill>
                <a:schemeClr val="dk1"/>
              </a:solidFill>
              <a:latin typeface="Calibri"/>
              <a:ea typeface="Calibri"/>
              <a:cs typeface="Calibri"/>
              <a:sym typeface="Calibri"/>
            </a:endParaRPr>
          </a:p>
        </p:txBody>
      </p:sp>
      <p:sp>
        <p:nvSpPr>
          <p:cNvPr id="462" name="Google Shape;462;p66"/>
          <p:cNvSpPr/>
          <p:nvPr/>
        </p:nvSpPr>
        <p:spPr>
          <a:xfrm rot="644481">
            <a:off x="1189800" y="1751548"/>
            <a:ext cx="355733" cy="939012"/>
          </a:xfrm>
          <a:prstGeom prst="downArrow">
            <a:avLst>
              <a:gd fmla="val 50000" name="adj1"/>
              <a:gd fmla="val 50000" name="adj2"/>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3" name="Google Shape;463;p66"/>
          <p:cNvSpPr/>
          <p:nvPr/>
        </p:nvSpPr>
        <p:spPr>
          <a:xfrm>
            <a:off x="250825" y="2699147"/>
            <a:ext cx="1584300" cy="539400"/>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2400">
                <a:solidFill>
                  <a:schemeClr val="dk1"/>
                </a:solidFill>
                <a:latin typeface="Calibri"/>
                <a:ea typeface="Calibri"/>
                <a:cs typeface="Calibri"/>
                <a:sym typeface="Calibri"/>
              </a:rPr>
              <a:t>Spores</a:t>
            </a:r>
            <a:endParaRPr b="1" sz="2400">
              <a:solidFill>
                <a:schemeClr val="dk1"/>
              </a:solidFill>
              <a:latin typeface="Calibri"/>
              <a:ea typeface="Calibri"/>
              <a:cs typeface="Calibri"/>
              <a:sym typeface="Calibri"/>
            </a:endParaRPr>
          </a:p>
        </p:txBody>
      </p:sp>
      <p:cxnSp>
        <p:nvCxnSpPr>
          <p:cNvPr id="464" name="Google Shape;464;p66"/>
          <p:cNvCxnSpPr/>
          <p:nvPr/>
        </p:nvCxnSpPr>
        <p:spPr>
          <a:xfrm flipH="1">
            <a:off x="611213" y="3327797"/>
            <a:ext cx="288900" cy="323700"/>
          </a:xfrm>
          <a:prstGeom prst="straightConnector1">
            <a:avLst/>
          </a:prstGeom>
          <a:noFill/>
          <a:ln cap="flat" cmpd="sng" w="9525">
            <a:solidFill>
              <a:schemeClr val="lt1"/>
            </a:solidFill>
            <a:prstDash val="solid"/>
            <a:round/>
            <a:headEnd len="sm" w="sm" type="none"/>
            <a:tailEnd len="med" w="med" type="stealth"/>
          </a:ln>
        </p:spPr>
      </p:cxnSp>
      <p:sp>
        <p:nvSpPr>
          <p:cNvPr id="465" name="Google Shape;465;p66"/>
          <p:cNvSpPr txBox="1"/>
          <p:nvPr/>
        </p:nvSpPr>
        <p:spPr>
          <a:xfrm>
            <a:off x="119063" y="3668316"/>
            <a:ext cx="1074600" cy="4002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lang="fr" sz="2000">
                <a:solidFill>
                  <a:schemeClr val="lt1"/>
                </a:solidFill>
                <a:latin typeface="Calibri"/>
                <a:ea typeface="Calibri"/>
                <a:cs typeface="Calibri"/>
                <a:sym typeface="Calibri"/>
              </a:rPr>
              <a:t>Oospore</a:t>
            </a:r>
            <a:endParaRPr sz="2000">
              <a:solidFill>
                <a:schemeClr val="lt1"/>
              </a:solidFill>
              <a:latin typeface="Calibri"/>
              <a:ea typeface="Calibri"/>
              <a:cs typeface="Calibri"/>
              <a:sym typeface="Calibri"/>
            </a:endParaRPr>
          </a:p>
        </p:txBody>
      </p:sp>
      <p:cxnSp>
        <p:nvCxnSpPr>
          <p:cNvPr id="466" name="Google Shape;466;p66"/>
          <p:cNvCxnSpPr/>
          <p:nvPr/>
        </p:nvCxnSpPr>
        <p:spPr>
          <a:xfrm>
            <a:off x="1193800" y="3327797"/>
            <a:ext cx="282600" cy="640500"/>
          </a:xfrm>
          <a:prstGeom prst="straightConnector1">
            <a:avLst/>
          </a:prstGeom>
          <a:noFill/>
          <a:ln cap="flat" cmpd="sng" w="9525">
            <a:solidFill>
              <a:schemeClr val="lt1"/>
            </a:solidFill>
            <a:prstDash val="solid"/>
            <a:round/>
            <a:headEnd len="sm" w="sm" type="none"/>
            <a:tailEnd len="med" w="med" type="stealth"/>
          </a:ln>
        </p:spPr>
      </p:cxnSp>
      <p:sp>
        <p:nvSpPr>
          <p:cNvPr id="467" name="Google Shape;467;p66"/>
          <p:cNvSpPr txBox="1"/>
          <p:nvPr/>
        </p:nvSpPr>
        <p:spPr>
          <a:xfrm>
            <a:off x="1193800" y="4105275"/>
            <a:ext cx="1249500" cy="4002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lang="fr" sz="2000">
                <a:solidFill>
                  <a:schemeClr val="lt1"/>
                </a:solidFill>
                <a:latin typeface="Calibri"/>
                <a:ea typeface="Calibri"/>
                <a:cs typeface="Calibri"/>
                <a:sym typeface="Calibri"/>
              </a:rPr>
              <a:t>Zygospore</a:t>
            </a:r>
            <a:endParaRPr sz="2000">
              <a:solidFill>
                <a:schemeClr val="lt1"/>
              </a:solidFill>
              <a:latin typeface="Calibri"/>
              <a:ea typeface="Calibri"/>
              <a:cs typeface="Calibri"/>
              <a:sym typeface="Calibri"/>
            </a:endParaRPr>
          </a:p>
        </p:txBody>
      </p:sp>
      <p:cxnSp>
        <p:nvCxnSpPr>
          <p:cNvPr id="468" name="Google Shape;468;p66"/>
          <p:cNvCxnSpPr/>
          <p:nvPr/>
        </p:nvCxnSpPr>
        <p:spPr>
          <a:xfrm>
            <a:off x="1692275" y="3327797"/>
            <a:ext cx="287400" cy="490500"/>
          </a:xfrm>
          <a:prstGeom prst="straightConnector1">
            <a:avLst/>
          </a:prstGeom>
          <a:noFill/>
          <a:ln cap="flat" cmpd="sng" w="9525">
            <a:solidFill>
              <a:schemeClr val="lt1"/>
            </a:solidFill>
            <a:prstDash val="solid"/>
            <a:round/>
            <a:headEnd len="sm" w="sm" type="none"/>
            <a:tailEnd len="med" w="med" type="stealth"/>
          </a:ln>
        </p:spPr>
      </p:cxnSp>
      <p:sp>
        <p:nvSpPr>
          <p:cNvPr id="469" name="Google Shape;469;p66"/>
          <p:cNvSpPr txBox="1"/>
          <p:nvPr/>
        </p:nvSpPr>
        <p:spPr>
          <a:xfrm>
            <a:off x="1835150" y="3818335"/>
            <a:ext cx="1262100" cy="4002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lang="fr" sz="2000">
                <a:solidFill>
                  <a:schemeClr val="lt1"/>
                </a:solidFill>
                <a:latin typeface="Calibri"/>
                <a:ea typeface="Calibri"/>
                <a:cs typeface="Calibri"/>
                <a:sym typeface="Calibri"/>
              </a:rPr>
              <a:t>Ascospore</a:t>
            </a:r>
            <a:endParaRPr sz="2000">
              <a:solidFill>
                <a:schemeClr val="lt1"/>
              </a:solidFill>
              <a:latin typeface="Calibri"/>
              <a:ea typeface="Calibri"/>
              <a:cs typeface="Calibri"/>
              <a:sym typeface="Calibri"/>
            </a:endParaRPr>
          </a:p>
        </p:txBody>
      </p:sp>
      <p:cxnSp>
        <p:nvCxnSpPr>
          <p:cNvPr id="470" name="Google Shape;470;p66"/>
          <p:cNvCxnSpPr/>
          <p:nvPr/>
        </p:nvCxnSpPr>
        <p:spPr>
          <a:xfrm>
            <a:off x="1819275" y="3112294"/>
            <a:ext cx="881100" cy="215700"/>
          </a:xfrm>
          <a:prstGeom prst="straightConnector1">
            <a:avLst/>
          </a:prstGeom>
          <a:noFill/>
          <a:ln cap="flat" cmpd="sng" w="9525">
            <a:solidFill>
              <a:schemeClr val="lt1"/>
            </a:solidFill>
            <a:prstDash val="solid"/>
            <a:round/>
            <a:headEnd len="sm" w="sm" type="none"/>
            <a:tailEnd len="med" w="med" type="stealth"/>
          </a:ln>
        </p:spPr>
      </p:cxnSp>
      <p:sp>
        <p:nvSpPr>
          <p:cNvPr id="471" name="Google Shape;471;p66"/>
          <p:cNvSpPr txBox="1"/>
          <p:nvPr/>
        </p:nvSpPr>
        <p:spPr>
          <a:xfrm>
            <a:off x="2724150" y="3250406"/>
            <a:ext cx="1555800" cy="4002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b="1" lang="fr" sz="2000">
                <a:solidFill>
                  <a:schemeClr val="lt1"/>
                </a:solidFill>
                <a:latin typeface="Calibri"/>
                <a:ea typeface="Calibri"/>
                <a:cs typeface="Calibri"/>
                <a:sym typeface="Calibri"/>
              </a:rPr>
              <a:t>Basidiospore</a:t>
            </a:r>
            <a:endParaRPr b="1" sz="2000">
              <a:solidFill>
                <a:schemeClr val="lt1"/>
              </a:solidFill>
              <a:latin typeface="Calibri"/>
              <a:ea typeface="Calibri"/>
              <a:cs typeface="Calibri"/>
              <a:sym typeface="Calibri"/>
            </a:endParaRPr>
          </a:p>
        </p:txBody>
      </p:sp>
      <p:sp>
        <p:nvSpPr>
          <p:cNvPr id="472" name="Google Shape;472;p66"/>
          <p:cNvSpPr/>
          <p:nvPr/>
        </p:nvSpPr>
        <p:spPr>
          <a:xfrm>
            <a:off x="4500563" y="519113"/>
            <a:ext cx="3456000" cy="1350300"/>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2800">
                <a:solidFill>
                  <a:schemeClr val="dk1"/>
                </a:solidFill>
                <a:latin typeface="Calibri"/>
                <a:ea typeface="Calibri"/>
                <a:cs typeface="Calibri"/>
                <a:sym typeface="Calibri"/>
              </a:rPr>
              <a:t>Asexual reproduction</a:t>
            </a:r>
            <a:endParaRPr b="1" sz="2800">
              <a:solidFill>
                <a:schemeClr val="dk1"/>
              </a:solidFill>
              <a:latin typeface="Calibri"/>
              <a:ea typeface="Calibri"/>
              <a:cs typeface="Calibri"/>
              <a:sym typeface="Calibri"/>
            </a:endParaRPr>
          </a:p>
        </p:txBody>
      </p:sp>
      <p:cxnSp>
        <p:nvCxnSpPr>
          <p:cNvPr id="473" name="Google Shape;473;p66"/>
          <p:cNvCxnSpPr/>
          <p:nvPr/>
        </p:nvCxnSpPr>
        <p:spPr>
          <a:xfrm flipH="1" rot="-5400000">
            <a:off x="4869413" y="2148132"/>
            <a:ext cx="918000" cy="360300"/>
          </a:xfrm>
          <a:prstGeom prst="bentConnector3">
            <a:avLst>
              <a:gd fmla="val 50000" name="adj1"/>
            </a:avLst>
          </a:prstGeom>
          <a:noFill/>
          <a:ln cap="flat" cmpd="sng" w="9525">
            <a:solidFill>
              <a:schemeClr val="lt1"/>
            </a:solidFill>
            <a:prstDash val="solid"/>
            <a:round/>
            <a:headEnd len="sm" w="sm" type="none"/>
            <a:tailEnd len="med" w="med" type="stealth"/>
          </a:ln>
        </p:spPr>
      </p:cxnSp>
      <p:sp>
        <p:nvSpPr>
          <p:cNvPr id="474" name="Google Shape;474;p66"/>
          <p:cNvSpPr txBox="1"/>
          <p:nvPr/>
        </p:nvSpPr>
        <p:spPr>
          <a:xfrm>
            <a:off x="5048250" y="2850356"/>
            <a:ext cx="887400" cy="4002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lang="fr" sz="2000">
                <a:solidFill>
                  <a:schemeClr val="lt1"/>
                </a:solidFill>
                <a:latin typeface="Calibri"/>
                <a:ea typeface="Calibri"/>
                <a:cs typeface="Calibri"/>
                <a:sym typeface="Calibri"/>
              </a:rPr>
              <a:t>Spores</a:t>
            </a:r>
            <a:endParaRPr sz="2000">
              <a:solidFill>
                <a:schemeClr val="lt1"/>
              </a:solidFill>
              <a:latin typeface="Calibri"/>
              <a:ea typeface="Calibri"/>
              <a:cs typeface="Calibri"/>
              <a:sym typeface="Calibri"/>
            </a:endParaRPr>
          </a:p>
        </p:txBody>
      </p:sp>
      <p:cxnSp>
        <p:nvCxnSpPr>
          <p:cNvPr id="475" name="Google Shape;475;p66"/>
          <p:cNvCxnSpPr/>
          <p:nvPr/>
        </p:nvCxnSpPr>
        <p:spPr>
          <a:xfrm flipH="1" rot="-5400000">
            <a:off x="5499613" y="2522025"/>
            <a:ext cx="1164300" cy="292200"/>
          </a:xfrm>
          <a:prstGeom prst="bentConnector3">
            <a:avLst>
              <a:gd fmla="val 50000" name="adj1"/>
            </a:avLst>
          </a:prstGeom>
          <a:noFill/>
          <a:ln cap="flat" cmpd="sng" w="9525">
            <a:solidFill>
              <a:schemeClr val="lt1"/>
            </a:solidFill>
            <a:prstDash val="solid"/>
            <a:round/>
            <a:headEnd len="sm" w="sm" type="none"/>
            <a:tailEnd len="med" w="med" type="stealth"/>
          </a:ln>
        </p:spPr>
      </p:cxnSp>
      <p:sp>
        <p:nvSpPr>
          <p:cNvPr id="476" name="Google Shape;476;p66"/>
          <p:cNvSpPr txBox="1"/>
          <p:nvPr/>
        </p:nvSpPr>
        <p:spPr>
          <a:xfrm>
            <a:off x="5707063" y="3351610"/>
            <a:ext cx="1043100" cy="400200"/>
          </a:xfrm>
          <a:prstGeom prst="rect">
            <a:avLst/>
          </a:prstGeom>
          <a:noFill/>
          <a:ln cap="flat" cmpd="sng" w="9525">
            <a:solidFill>
              <a:schemeClr val="l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lang="fr" sz="2000">
                <a:solidFill>
                  <a:schemeClr val="lt1"/>
                </a:solidFill>
                <a:latin typeface="Calibri"/>
                <a:ea typeface="Calibri"/>
                <a:cs typeface="Calibri"/>
                <a:sym typeface="Calibri"/>
              </a:rPr>
              <a:t>Budding</a:t>
            </a:r>
            <a:endParaRPr sz="2000">
              <a:solidFill>
                <a:schemeClr val="lt1"/>
              </a:solidFill>
              <a:latin typeface="Calibri"/>
              <a:ea typeface="Calibri"/>
              <a:cs typeface="Calibri"/>
              <a:sym typeface="Calibri"/>
            </a:endParaRPr>
          </a:p>
        </p:txBody>
      </p:sp>
      <p:cxnSp>
        <p:nvCxnSpPr>
          <p:cNvPr id="477" name="Google Shape;477;p66"/>
          <p:cNvCxnSpPr/>
          <p:nvPr/>
        </p:nvCxnSpPr>
        <p:spPr>
          <a:xfrm flipH="1" rot="-5400000">
            <a:off x="6669125" y="2004975"/>
            <a:ext cx="485700" cy="647700"/>
          </a:xfrm>
          <a:prstGeom prst="bentConnector3">
            <a:avLst>
              <a:gd fmla="val 50000" name="adj1"/>
            </a:avLst>
          </a:prstGeom>
          <a:noFill/>
          <a:ln cap="flat" cmpd="sng" w="9525">
            <a:solidFill>
              <a:schemeClr val="lt1"/>
            </a:solidFill>
            <a:prstDash val="solid"/>
            <a:round/>
            <a:headEnd len="sm" w="sm" type="none"/>
            <a:tailEnd len="med" w="med" type="stealth"/>
          </a:ln>
        </p:spPr>
      </p:cxnSp>
      <p:sp>
        <p:nvSpPr>
          <p:cNvPr id="478" name="Google Shape;478;p66"/>
          <p:cNvSpPr txBox="1"/>
          <p:nvPr/>
        </p:nvSpPr>
        <p:spPr>
          <a:xfrm>
            <a:off x="6378575" y="2637235"/>
            <a:ext cx="1716000" cy="4002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lang="fr" sz="2000">
                <a:solidFill>
                  <a:schemeClr val="lt1"/>
                </a:solidFill>
                <a:latin typeface="Calibri"/>
                <a:ea typeface="Calibri"/>
                <a:cs typeface="Calibri"/>
                <a:sym typeface="Calibri"/>
              </a:rPr>
              <a:t>Fragmentation</a:t>
            </a:r>
            <a:endParaRPr sz="2000">
              <a:solidFill>
                <a:schemeClr val="lt1"/>
              </a:solidFill>
              <a:latin typeface="Calibri"/>
              <a:ea typeface="Calibri"/>
              <a:cs typeface="Calibri"/>
              <a:sym typeface="Calibri"/>
            </a:endParaRPr>
          </a:p>
        </p:txBody>
      </p:sp>
      <p:cxnSp>
        <p:nvCxnSpPr>
          <p:cNvPr id="479" name="Google Shape;479;p66"/>
          <p:cNvCxnSpPr/>
          <p:nvPr/>
        </p:nvCxnSpPr>
        <p:spPr>
          <a:xfrm flipH="1" rot="-5400000">
            <a:off x="7190124" y="2023725"/>
            <a:ext cx="1388400" cy="865200"/>
          </a:xfrm>
          <a:prstGeom prst="bentConnector3">
            <a:avLst>
              <a:gd fmla="val 50000" name="adj1"/>
            </a:avLst>
          </a:prstGeom>
          <a:noFill/>
          <a:ln cap="flat" cmpd="sng" w="9525">
            <a:solidFill>
              <a:schemeClr val="lt1"/>
            </a:solidFill>
            <a:prstDash val="solid"/>
            <a:round/>
            <a:headEnd len="sm" w="sm" type="none"/>
            <a:tailEnd len="med" w="med" type="stealth"/>
          </a:ln>
        </p:spPr>
      </p:cxnSp>
      <p:sp>
        <p:nvSpPr>
          <p:cNvPr id="480" name="Google Shape;480;p66"/>
          <p:cNvSpPr txBox="1"/>
          <p:nvPr/>
        </p:nvSpPr>
        <p:spPr>
          <a:xfrm>
            <a:off x="7869238" y="3250406"/>
            <a:ext cx="893700" cy="4002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lang="fr" sz="2000">
                <a:solidFill>
                  <a:schemeClr val="lt1"/>
                </a:solidFill>
                <a:latin typeface="Calibri"/>
                <a:ea typeface="Calibri"/>
                <a:cs typeface="Calibri"/>
                <a:sym typeface="Calibri"/>
              </a:rPr>
              <a:t>Fission</a:t>
            </a:r>
            <a:endParaRPr sz="2000">
              <a:solidFill>
                <a:schemeClr val="lt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pic>
        <p:nvPicPr>
          <p:cNvPr descr="gradja gljiva" id="485" name="Google Shape;485;p67"/>
          <p:cNvPicPr preferRelativeResize="0"/>
          <p:nvPr/>
        </p:nvPicPr>
        <p:blipFill rotWithShape="1">
          <a:blip r:embed="rId3">
            <a:alphaModFix/>
          </a:blip>
          <a:srcRect b="0" l="0" r="0" t="0"/>
          <a:stretch/>
        </p:blipFill>
        <p:spPr>
          <a:xfrm>
            <a:off x="0" y="0"/>
            <a:ext cx="7848601" cy="5143501"/>
          </a:xfrm>
          <a:prstGeom prst="rect">
            <a:avLst/>
          </a:prstGeom>
          <a:noFill/>
          <a:ln>
            <a:noFill/>
          </a:ln>
        </p:spPr>
      </p:pic>
      <p:sp>
        <p:nvSpPr>
          <p:cNvPr id="486" name="Google Shape;486;p67"/>
          <p:cNvSpPr/>
          <p:nvPr/>
        </p:nvSpPr>
        <p:spPr>
          <a:xfrm>
            <a:off x="2268552" y="141675"/>
            <a:ext cx="1117200" cy="162000"/>
          </a:xfrm>
          <a:prstGeom prst="roundRect">
            <a:avLst>
              <a:gd fmla="val 16667" name="adj"/>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Chapeau</a:t>
            </a:r>
            <a:endParaRPr b="1" sz="1800">
              <a:solidFill>
                <a:schemeClr val="dk1"/>
              </a:solidFill>
              <a:latin typeface="Calibri"/>
              <a:ea typeface="Calibri"/>
              <a:cs typeface="Calibri"/>
              <a:sym typeface="Calibri"/>
            </a:endParaRPr>
          </a:p>
        </p:txBody>
      </p:sp>
      <p:sp>
        <p:nvSpPr>
          <p:cNvPr id="487" name="Google Shape;487;p67"/>
          <p:cNvSpPr/>
          <p:nvPr/>
        </p:nvSpPr>
        <p:spPr>
          <a:xfrm>
            <a:off x="2268538" y="1815704"/>
            <a:ext cx="1079400" cy="1620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Pied</a:t>
            </a:r>
            <a:endParaRPr b="1"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pic>
        <p:nvPicPr>
          <p:cNvPr id="492" name="Google Shape;492;p68"/>
          <p:cNvPicPr preferRelativeResize="0"/>
          <p:nvPr/>
        </p:nvPicPr>
        <p:blipFill rotWithShape="1">
          <a:blip r:embed="rId3">
            <a:alphaModFix/>
          </a:blip>
          <a:srcRect b="0" l="0" r="0" t="0"/>
          <a:stretch/>
        </p:blipFill>
        <p:spPr>
          <a:xfrm>
            <a:off x="179388" y="86916"/>
            <a:ext cx="8785225" cy="4969669"/>
          </a:xfrm>
          <a:prstGeom prst="rect">
            <a:avLst/>
          </a:prstGeom>
          <a:noFill/>
          <a:ln>
            <a:noFill/>
          </a:ln>
        </p:spPr>
      </p:pic>
      <p:pic>
        <p:nvPicPr>
          <p:cNvPr id="493" name="Google Shape;493;p68"/>
          <p:cNvPicPr preferRelativeResize="0"/>
          <p:nvPr/>
        </p:nvPicPr>
        <p:blipFill rotWithShape="1">
          <a:blip r:embed="rId4">
            <a:alphaModFix/>
          </a:blip>
          <a:srcRect b="0" l="0" r="0" t="0"/>
          <a:stretch/>
        </p:blipFill>
        <p:spPr>
          <a:xfrm>
            <a:off x="684213" y="1127522"/>
            <a:ext cx="3935016" cy="288845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2000"/>
                                        <p:tgtEl>
                                          <p:spTgt spid="4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pic>
        <p:nvPicPr>
          <p:cNvPr id="498" name="Google Shape;498;p69"/>
          <p:cNvPicPr preferRelativeResize="0"/>
          <p:nvPr/>
        </p:nvPicPr>
        <p:blipFill rotWithShape="1">
          <a:blip r:embed="rId3">
            <a:alphaModFix/>
          </a:blip>
          <a:srcRect b="0" l="0" r="0" t="0"/>
          <a:stretch/>
        </p:blipFill>
        <p:spPr>
          <a:xfrm>
            <a:off x="1809750" y="604454"/>
            <a:ext cx="5524500" cy="4014788"/>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pic>
        <p:nvPicPr>
          <p:cNvPr id="503" name="Google Shape;503;p70"/>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504" name="Google Shape;504;p70"/>
          <p:cNvPicPr preferRelativeResize="0"/>
          <p:nvPr/>
        </p:nvPicPr>
        <p:blipFill rotWithShape="1">
          <a:blip r:embed="rId4">
            <a:alphaModFix/>
          </a:blip>
          <a:srcRect b="0" l="0" r="0" t="0"/>
          <a:stretch/>
        </p:blipFill>
        <p:spPr>
          <a:xfrm>
            <a:off x="42863" y="303610"/>
            <a:ext cx="3407569" cy="4258866"/>
          </a:xfrm>
          <a:prstGeom prst="rect">
            <a:avLst/>
          </a:prstGeom>
          <a:noFill/>
          <a:ln>
            <a:noFill/>
          </a:ln>
        </p:spPr>
      </p:pic>
      <p:sp>
        <p:nvSpPr>
          <p:cNvPr id="505" name="Google Shape;505;p70"/>
          <p:cNvSpPr/>
          <p:nvPr/>
        </p:nvSpPr>
        <p:spPr>
          <a:xfrm>
            <a:off x="3924300" y="1329928"/>
            <a:ext cx="4248300" cy="1997700"/>
          </a:xfrm>
          <a:prstGeom prst="leftArrowCallout">
            <a:avLst>
              <a:gd fmla="val 25000" name="adj1"/>
              <a:gd fmla="val 25000" name="adj2"/>
              <a:gd fmla="val 25000" name="adj3"/>
              <a:gd fmla="val 64977" name="adj4"/>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2000">
                <a:solidFill>
                  <a:schemeClr val="dk1"/>
                </a:solidFill>
                <a:latin typeface="Calibri"/>
                <a:ea typeface="Calibri"/>
                <a:cs typeface="Calibri"/>
                <a:sym typeface="Calibri"/>
              </a:rPr>
              <a:t>100 000 spores </a:t>
            </a:r>
            <a:r>
              <a:rPr lang="fr" sz="1800">
                <a:solidFill>
                  <a:schemeClr val="dk1"/>
                </a:solidFill>
                <a:latin typeface="Calibri"/>
                <a:ea typeface="Calibri"/>
                <a:cs typeface="Calibri"/>
                <a:sym typeface="Calibri"/>
              </a:rPr>
              <a:t>per cubic meter per hour</a:t>
            </a:r>
            <a:endParaRPr sz="1800">
              <a:solidFill>
                <a:schemeClr val="dk1"/>
              </a:solidFill>
              <a:latin typeface="Calibri"/>
              <a:ea typeface="Calibri"/>
              <a:cs typeface="Calibri"/>
              <a:sym typeface="Calibri"/>
            </a:endParaRPr>
          </a:p>
        </p:txBody>
      </p:sp>
      <p:sp>
        <p:nvSpPr>
          <p:cNvPr id="506" name="Google Shape;506;p70"/>
          <p:cNvSpPr/>
          <p:nvPr/>
        </p:nvSpPr>
        <p:spPr>
          <a:xfrm>
            <a:off x="971550" y="4192191"/>
            <a:ext cx="4321200" cy="756000"/>
          </a:xfrm>
          <a:prstGeom prst="roundRect">
            <a:avLst>
              <a:gd fmla="val 16667" name="adj"/>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2400">
                <a:solidFill>
                  <a:schemeClr val="dk1"/>
                </a:solidFill>
                <a:latin typeface="Calibri"/>
                <a:ea typeface="Calibri"/>
                <a:cs typeface="Calibri"/>
                <a:sym typeface="Calibri"/>
              </a:rPr>
              <a:t>Many basidiospores are allergenic!</a:t>
            </a:r>
            <a:endParaRPr b="1" sz="2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4"/>
                                        </p:tgtEl>
                                        <p:attrNameLst>
                                          <p:attrName>style.visibility</p:attrName>
                                        </p:attrNameLst>
                                      </p:cBhvr>
                                      <p:to>
                                        <p:strVal val="visible"/>
                                      </p:to>
                                    </p:set>
                                    <p:animEffect filter="fade" transition="in">
                                      <p:cBhvr>
                                        <p:cTn dur="1000"/>
                                        <p:tgtEl>
                                          <p:spTgt spid="5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05"/>
                                        </p:tgtEl>
                                        <p:attrNameLst>
                                          <p:attrName>style.visibility</p:attrName>
                                        </p:attrNameLst>
                                      </p:cBhvr>
                                      <p:to>
                                        <p:strVal val="visible"/>
                                      </p:to>
                                    </p:set>
                                    <p:anim calcmode="lin" valueType="num">
                                      <p:cBhvr additive="base">
                                        <p:cTn dur="500"/>
                                        <p:tgtEl>
                                          <p:spTgt spid="505"/>
                                        </p:tgtEl>
                                        <p:attrNameLst>
                                          <p:attrName>ppt_w</p:attrName>
                                        </p:attrNameLst>
                                      </p:cBhvr>
                                      <p:tavLst>
                                        <p:tav fmla="" tm="0">
                                          <p:val>
                                            <p:strVal val="0"/>
                                          </p:val>
                                        </p:tav>
                                        <p:tav fmla="" tm="100000">
                                          <p:val>
                                            <p:strVal val="#ppt_w"/>
                                          </p:val>
                                        </p:tav>
                                      </p:tavLst>
                                    </p:anim>
                                    <p:anim calcmode="lin" valueType="num">
                                      <p:cBhvr additive="base">
                                        <p:cTn dur="500"/>
                                        <p:tgtEl>
                                          <p:spTgt spid="50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06"/>
                                        </p:tgtEl>
                                        <p:attrNameLst>
                                          <p:attrName>style.visibility</p:attrName>
                                        </p:attrNameLst>
                                      </p:cBhvr>
                                      <p:to>
                                        <p:strVal val="visible"/>
                                      </p:to>
                                    </p:set>
                                    <p:anim calcmode="lin" valueType="num">
                                      <p:cBhvr additive="base">
                                        <p:cTn dur="500"/>
                                        <p:tgtEl>
                                          <p:spTgt spid="506"/>
                                        </p:tgtEl>
                                        <p:attrNameLst>
                                          <p:attrName>ppt_w</p:attrName>
                                        </p:attrNameLst>
                                      </p:cBhvr>
                                      <p:tavLst>
                                        <p:tav fmla="" tm="0">
                                          <p:val>
                                            <p:strVal val="0"/>
                                          </p:val>
                                        </p:tav>
                                        <p:tav fmla="" tm="100000">
                                          <p:val>
                                            <p:strVal val="#ppt_w"/>
                                          </p:val>
                                        </p:tav>
                                      </p:tavLst>
                                    </p:anim>
                                    <p:anim calcmode="lin" valueType="num">
                                      <p:cBhvr additive="base">
                                        <p:cTn dur="500"/>
                                        <p:tgtEl>
                                          <p:spTgt spid="50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pic>
        <p:nvPicPr>
          <p:cNvPr id="511" name="Google Shape;511;p71"/>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512" name="Google Shape;512;p71"/>
          <p:cNvPicPr preferRelativeResize="0"/>
          <p:nvPr/>
        </p:nvPicPr>
        <p:blipFill rotWithShape="1">
          <a:blip r:embed="rId4">
            <a:alphaModFix/>
          </a:blip>
          <a:srcRect b="0" l="0" r="0" t="0"/>
          <a:stretch/>
        </p:blipFill>
        <p:spPr>
          <a:xfrm>
            <a:off x="1000125" y="742950"/>
            <a:ext cx="5357813" cy="3657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12"/>
                                        </p:tgtEl>
                                        <p:attrNameLst>
                                          <p:attrName>style.visibility</p:attrName>
                                        </p:attrNameLst>
                                      </p:cBhvr>
                                      <p:to>
                                        <p:strVal val="visible"/>
                                      </p:to>
                                    </p:set>
                                    <p:anim calcmode="lin" valueType="num">
                                      <p:cBhvr additive="base">
                                        <p:cTn dur="500"/>
                                        <p:tgtEl>
                                          <p:spTgt spid="512"/>
                                        </p:tgtEl>
                                        <p:attrNameLst>
                                          <p:attrName>ppt_w</p:attrName>
                                        </p:attrNameLst>
                                      </p:cBhvr>
                                      <p:tavLst>
                                        <p:tav fmla="" tm="0">
                                          <p:val>
                                            <p:strVal val="0"/>
                                          </p:val>
                                        </p:tav>
                                        <p:tav fmla="" tm="100000">
                                          <p:val>
                                            <p:strVal val="#ppt_w"/>
                                          </p:val>
                                        </p:tav>
                                      </p:tavLst>
                                    </p:anim>
                                    <p:anim calcmode="lin" valueType="num">
                                      <p:cBhvr additive="base">
                                        <p:cTn dur="500"/>
                                        <p:tgtEl>
                                          <p:spTgt spid="51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pic>
        <p:nvPicPr>
          <p:cNvPr id="517" name="Google Shape;517;p72"/>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pic>
        <p:nvPicPr>
          <p:cNvPr id="522" name="Google Shape;522;p73"/>
          <p:cNvPicPr preferRelativeResize="0"/>
          <p:nvPr/>
        </p:nvPicPr>
        <p:blipFill rotWithShape="1">
          <a:blip r:embed="rId3">
            <a:alphaModFix/>
          </a:blip>
          <a:srcRect b="0" l="0" r="0" t="0"/>
          <a:stretch/>
        </p:blipFill>
        <p:spPr>
          <a:xfrm>
            <a:off x="0" y="0"/>
            <a:ext cx="9144003" cy="5143499"/>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pic>
        <p:nvPicPr>
          <p:cNvPr id="527" name="Google Shape;527;p7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pic>
        <p:nvPicPr>
          <p:cNvPr id="532" name="Google Shape;532;p75"/>
          <p:cNvPicPr preferRelativeResize="0"/>
          <p:nvPr/>
        </p:nvPicPr>
        <p:blipFill rotWithShape="1">
          <a:blip r:embed="rId3">
            <a:alphaModFix/>
          </a:blip>
          <a:srcRect b="17491" l="0" r="0" t="0"/>
          <a:stretch/>
        </p:blipFill>
        <p:spPr>
          <a:xfrm>
            <a:off x="0" y="465516"/>
            <a:ext cx="9144000" cy="1335988"/>
          </a:xfrm>
          <a:prstGeom prst="rect">
            <a:avLst/>
          </a:prstGeom>
          <a:noFill/>
          <a:ln>
            <a:noFill/>
          </a:ln>
        </p:spPr>
      </p:pic>
      <p:pic>
        <p:nvPicPr>
          <p:cNvPr id="533" name="Google Shape;533;p75"/>
          <p:cNvPicPr preferRelativeResize="0"/>
          <p:nvPr/>
        </p:nvPicPr>
        <p:blipFill rotWithShape="1">
          <a:blip r:embed="rId4">
            <a:alphaModFix/>
          </a:blip>
          <a:srcRect b="0" l="0" r="0" t="0"/>
          <a:stretch/>
        </p:blipFill>
        <p:spPr>
          <a:xfrm>
            <a:off x="2051720" y="2301720"/>
            <a:ext cx="3780421" cy="2301721"/>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76"/>
          <p:cNvSpPr txBox="1"/>
          <p:nvPr/>
        </p:nvSpPr>
        <p:spPr>
          <a:xfrm>
            <a:off x="250825" y="195263"/>
            <a:ext cx="5834100" cy="36633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000"/>
              <a:buFont typeface="Noto Sans Symbols"/>
              <a:buChar char="❖"/>
            </a:pPr>
            <a:r>
              <a:rPr lang="fr" sz="2000">
                <a:solidFill>
                  <a:schemeClr val="dk1"/>
                </a:solidFill>
                <a:latin typeface="Calibri"/>
                <a:ea typeface="Calibri"/>
                <a:cs typeface="Calibri"/>
                <a:sym typeface="Calibri"/>
              </a:rPr>
              <a:t>Estimated number of species </a:t>
            </a:r>
            <a:r>
              <a:rPr b="1" lang="fr" sz="2000">
                <a:solidFill>
                  <a:schemeClr val="dk1"/>
                </a:solidFill>
                <a:latin typeface="Calibri"/>
                <a:ea typeface="Calibri"/>
                <a:cs typeface="Calibri"/>
                <a:sym typeface="Calibri"/>
              </a:rPr>
              <a:t>1.5 M</a:t>
            </a:r>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000"/>
              <a:buFont typeface="Noto Sans Symbols"/>
              <a:buChar char="❖"/>
            </a:pPr>
            <a:r>
              <a:rPr lang="fr" sz="2000">
                <a:solidFill>
                  <a:schemeClr val="dk1"/>
                </a:solidFill>
                <a:latin typeface="Calibri"/>
                <a:ea typeface="Calibri"/>
                <a:cs typeface="Calibri"/>
                <a:sym typeface="Calibri"/>
              </a:rPr>
              <a:t>10 % is scientifically described and named</a:t>
            </a:r>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000"/>
              <a:buFont typeface="Noto Sans Symbols"/>
              <a:buChar char="❖"/>
            </a:pPr>
            <a:r>
              <a:rPr lang="fr" sz="2000">
                <a:solidFill>
                  <a:schemeClr val="dk1"/>
                </a:solidFill>
                <a:latin typeface="Calibri"/>
                <a:ea typeface="Calibri"/>
                <a:cs typeface="Calibri"/>
                <a:sym typeface="Calibri"/>
              </a:rPr>
              <a:t>20 % of the total number are macromycetes</a:t>
            </a:r>
            <a:endParaRPr sz="2000">
              <a:solidFill>
                <a:schemeClr val="dk1"/>
              </a:solidFill>
              <a:latin typeface="Calibri"/>
              <a:ea typeface="Calibri"/>
              <a:cs typeface="Calibri"/>
              <a:sym typeface="Calibri"/>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000"/>
              <a:buFont typeface="Noto Sans Symbols"/>
              <a:buChar char="❖"/>
            </a:pPr>
            <a:r>
              <a:rPr b="1" lang="fr" sz="2000">
                <a:solidFill>
                  <a:schemeClr val="dk1"/>
                </a:solidFill>
                <a:latin typeface="Calibri"/>
                <a:ea typeface="Calibri"/>
                <a:cs typeface="Calibri"/>
                <a:sym typeface="Calibri"/>
              </a:rPr>
              <a:t>2000 varieties are edible</a:t>
            </a:r>
            <a:endParaRPr/>
          </a:p>
          <a:p>
            <a:pPr indent="-158750" lvl="0" marL="285750" marR="0" rtl="0" algn="l">
              <a:spcBef>
                <a:spcPts val="0"/>
              </a:spcBef>
              <a:spcAft>
                <a:spcPts val="0"/>
              </a:spcAft>
              <a:buClr>
                <a:schemeClr val="dk1"/>
              </a:buClr>
              <a:buSzPts val="2000"/>
              <a:buFont typeface="Noto Sans Symbols"/>
              <a:buNone/>
            </a:pPr>
            <a:r>
              <a:t/>
            </a:r>
            <a:endParaRPr sz="20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3600"/>
              <a:buFont typeface="Noto Sans Symbols"/>
              <a:buChar char="❖"/>
            </a:pPr>
            <a:r>
              <a:rPr b="1" lang="fr" sz="3600">
                <a:solidFill>
                  <a:schemeClr val="dk1"/>
                </a:solidFill>
                <a:latin typeface="Calibri"/>
                <a:ea typeface="Calibri"/>
                <a:cs typeface="Calibri"/>
                <a:sym typeface="Calibri"/>
              </a:rPr>
              <a:t>25 species </a:t>
            </a:r>
            <a:r>
              <a:rPr lang="fr" sz="2000">
                <a:solidFill>
                  <a:schemeClr val="dk1"/>
                </a:solidFill>
                <a:latin typeface="Calibri"/>
                <a:ea typeface="Calibri"/>
                <a:cs typeface="Calibri"/>
                <a:sym typeface="Calibri"/>
              </a:rPr>
              <a:t>are widely </a:t>
            </a:r>
            <a:r>
              <a:rPr lang="fr" sz="2000" u="sng">
                <a:solidFill>
                  <a:schemeClr val="dk1"/>
                </a:solidFill>
                <a:latin typeface="Calibri"/>
                <a:ea typeface="Calibri"/>
                <a:cs typeface="Calibri"/>
                <a:sym typeface="Calibri"/>
              </a:rPr>
              <a:t>accepted as food</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539" name="Google Shape;539;p76"/>
          <p:cNvPicPr preferRelativeResize="0"/>
          <p:nvPr/>
        </p:nvPicPr>
        <p:blipFill rotWithShape="1">
          <a:blip r:embed="rId3">
            <a:alphaModFix/>
          </a:blip>
          <a:srcRect b="0" l="0" r="0" t="0"/>
          <a:stretch/>
        </p:blipFill>
        <p:spPr>
          <a:xfrm>
            <a:off x="5042849" y="3291275"/>
            <a:ext cx="4249200" cy="2818000"/>
          </a:xfrm>
          <a:prstGeom prst="rect">
            <a:avLst/>
          </a:prstGeom>
          <a:noFill/>
          <a:ln>
            <a:noFill/>
          </a:ln>
        </p:spPr>
      </p:pic>
      <p:pic>
        <p:nvPicPr>
          <p:cNvPr descr="G:\Jovana\Fotke\Razna putovanja,izleti\Bosna 2013\P8252629.JPG" id="540" name="Google Shape;540;p76"/>
          <p:cNvPicPr preferRelativeResize="0"/>
          <p:nvPr/>
        </p:nvPicPr>
        <p:blipFill rotWithShape="1">
          <a:blip r:embed="rId4">
            <a:alphaModFix/>
          </a:blip>
          <a:srcRect b="0" l="0" r="0" t="0"/>
          <a:stretch/>
        </p:blipFill>
        <p:spPr>
          <a:xfrm>
            <a:off x="0" y="3291275"/>
            <a:ext cx="5042849" cy="3782126"/>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77"/>
          <p:cNvSpPr txBox="1"/>
          <p:nvPr/>
        </p:nvSpPr>
        <p:spPr>
          <a:xfrm>
            <a:off x="6530675" y="492863"/>
            <a:ext cx="6610800" cy="183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solidFill>
                  <a:schemeClr val="lt1"/>
                </a:solidFill>
              </a:rPr>
              <a:t>Cultivateurs de champignons </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t/>
            </a:r>
            <a:endParaRPr i="1">
              <a:solidFill>
                <a:schemeClr val="lt1"/>
              </a:solidFill>
            </a:endParaRPr>
          </a:p>
        </p:txBody>
      </p:sp>
      <p:pic>
        <p:nvPicPr>
          <p:cNvPr id="546" name="Google Shape;546;p77"/>
          <p:cNvPicPr preferRelativeResize="0"/>
          <p:nvPr/>
        </p:nvPicPr>
        <p:blipFill>
          <a:blip r:embed="rId3">
            <a:alphaModFix/>
          </a:blip>
          <a:stretch>
            <a:fillRect/>
          </a:stretch>
        </p:blipFill>
        <p:spPr>
          <a:xfrm>
            <a:off x="647025" y="2654649"/>
            <a:ext cx="2949249" cy="2236414"/>
          </a:xfrm>
          <a:prstGeom prst="rect">
            <a:avLst/>
          </a:prstGeom>
          <a:noFill/>
          <a:ln>
            <a:noFill/>
          </a:ln>
        </p:spPr>
      </p:pic>
      <p:pic>
        <p:nvPicPr>
          <p:cNvPr id="547" name="Google Shape;547;p77"/>
          <p:cNvPicPr preferRelativeResize="0"/>
          <p:nvPr/>
        </p:nvPicPr>
        <p:blipFill>
          <a:blip r:embed="rId4">
            <a:alphaModFix/>
          </a:blip>
          <a:stretch>
            <a:fillRect/>
          </a:stretch>
        </p:blipFill>
        <p:spPr>
          <a:xfrm>
            <a:off x="4452000" y="1780125"/>
            <a:ext cx="4195976" cy="3154200"/>
          </a:xfrm>
          <a:prstGeom prst="rect">
            <a:avLst/>
          </a:prstGeom>
          <a:noFill/>
          <a:ln>
            <a:noFill/>
          </a:ln>
        </p:spPr>
      </p:pic>
      <p:pic>
        <p:nvPicPr>
          <p:cNvPr id="548" name="Google Shape;548;p77"/>
          <p:cNvPicPr preferRelativeResize="0"/>
          <p:nvPr/>
        </p:nvPicPr>
        <p:blipFill>
          <a:blip r:embed="rId5">
            <a:alphaModFix/>
          </a:blip>
          <a:stretch>
            <a:fillRect/>
          </a:stretch>
        </p:blipFill>
        <p:spPr>
          <a:xfrm>
            <a:off x="647025" y="252438"/>
            <a:ext cx="2949247" cy="2243998"/>
          </a:xfrm>
          <a:prstGeom prst="rect">
            <a:avLst/>
          </a:prstGeom>
          <a:noFill/>
          <a:ln>
            <a:noFill/>
          </a:ln>
        </p:spPr>
      </p:pic>
      <p:sp>
        <p:nvSpPr>
          <p:cNvPr id="549" name="Google Shape;549;p77"/>
          <p:cNvSpPr txBox="1"/>
          <p:nvPr/>
        </p:nvSpPr>
        <p:spPr>
          <a:xfrm>
            <a:off x="1993500" y="2219225"/>
            <a:ext cx="2458500" cy="27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fr" sz="1000">
                <a:solidFill>
                  <a:schemeClr val="lt1"/>
                </a:solidFill>
              </a:rPr>
              <a:t>termitomycetes 10 My</a:t>
            </a:r>
            <a:endParaRPr b="1" i="1" sz="1000">
              <a:solidFill>
                <a:schemeClr val="lt1"/>
              </a:solidFill>
            </a:endParaRPr>
          </a:p>
        </p:txBody>
      </p:sp>
      <p:sp>
        <p:nvSpPr>
          <p:cNvPr id="550" name="Google Shape;550;p77"/>
          <p:cNvSpPr txBox="1"/>
          <p:nvPr/>
        </p:nvSpPr>
        <p:spPr>
          <a:xfrm>
            <a:off x="2113500" y="4657125"/>
            <a:ext cx="2458500" cy="27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fr" sz="1000">
                <a:solidFill>
                  <a:schemeClr val="lt1"/>
                </a:solidFill>
              </a:rPr>
              <a:t>leaf cutter ants - 60 My</a:t>
            </a:r>
            <a:endParaRPr i="1" sz="1000">
              <a:solidFill>
                <a:schemeClr val="lt1"/>
              </a:solidFill>
            </a:endParaRPr>
          </a:p>
        </p:txBody>
      </p:sp>
      <p:pic>
        <p:nvPicPr>
          <p:cNvPr id="551" name="Google Shape;551;p77"/>
          <p:cNvPicPr preferRelativeResize="0"/>
          <p:nvPr/>
        </p:nvPicPr>
        <p:blipFill>
          <a:blip r:embed="rId6">
            <a:alphaModFix/>
          </a:blip>
          <a:stretch>
            <a:fillRect/>
          </a:stretch>
        </p:blipFill>
        <p:spPr>
          <a:xfrm>
            <a:off x="3822702" y="252450"/>
            <a:ext cx="1791350" cy="1268276"/>
          </a:xfrm>
          <a:prstGeom prst="rect">
            <a:avLst/>
          </a:prstGeom>
          <a:noFill/>
          <a:ln>
            <a:noFill/>
          </a:ln>
        </p:spPr>
      </p:pic>
      <p:pic>
        <p:nvPicPr>
          <p:cNvPr id="552" name="Google Shape;552;p77"/>
          <p:cNvPicPr preferRelativeResize="0"/>
          <p:nvPr/>
        </p:nvPicPr>
        <p:blipFill>
          <a:blip r:embed="rId7">
            <a:alphaModFix/>
          </a:blip>
          <a:stretch>
            <a:fillRect/>
          </a:stretch>
        </p:blipFill>
        <p:spPr>
          <a:xfrm>
            <a:off x="1115294" y="0"/>
            <a:ext cx="6913410" cy="51434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pic>
        <p:nvPicPr>
          <p:cNvPr id="557" name="Google Shape;557;p78"/>
          <p:cNvPicPr preferRelativeResize="0"/>
          <p:nvPr/>
        </p:nvPicPr>
        <p:blipFill rotWithShape="1">
          <a:blip r:embed="rId3">
            <a:alphaModFix/>
          </a:blip>
          <a:srcRect b="0" l="0" r="0" t="0"/>
          <a:stretch/>
        </p:blipFill>
        <p:spPr>
          <a:xfrm>
            <a:off x="14288" y="0"/>
            <a:ext cx="9129712" cy="5143500"/>
          </a:xfrm>
          <a:prstGeom prst="rect">
            <a:avLst/>
          </a:prstGeom>
          <a:noFill/>
          <a:ln>
            <a:noFill/>
          </a:ln>
        </p:spPr>
      </p:pic>
      <p:sp>
        <p:nvSpPr>
          <p:cNvPr id="558" name="Google Shape;558;p78"/>
          <p:cNvSpPr/>
          <p:nvPr/>
        </p:nvSpPr>
        <p:spPr>
          <a:xfrm>
            <a:off x="611188" y="735806"/>
            <a:ext cx="3600600" cy="1836000"/>
          </a:xfrm>
          <a:prstGeom prst="ellipse">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USA</a:t>
            </a:r>
            <a:endParaRPr/>
          </a:p>
          <a:p>
            <a:pPr indent="0" lvl="0" marL="0" marR="0" rtl="0" algn="ctr">
              <a:spcBef>
                <a:spcPts val="0"/>
              </a:spcBef>
              <a:spcAft>
                <a:spcPts val="0"/>
              </a:spcAft>
              <a:buNone/>
            </a:pPr>
            <a:r>
              <a:rPr b="1" lang="fr" sz="1800">
                <a:solidFill>
                  <a:schemeClr val="dk1"/>
                </a:solidFill>
                <a:latin typeface="Calibri"/>
                <a:ea typeface="Calibri"/>
                <a:cs typeface="Calibri"/>
                <a:sym typeface="Calibri"/>
              </a:rPr>
              <a:t>2M kg per year = 41M US dollars</a:t>
            </a:r>
            <a:endParaRPr/>
          </a:p>
          <a:p>
            <a:pPr indent="0" lvl="0" marL="0" marR="0" rtl="0" algn="ctr">
              <a:spcBef>
                <a:spcPts val="0"/>
              </a:spcBef>
              <a:spcAft>
                <a:spcPts val="0"/>
              </a:spcAft>
              <a:buNone/>
            </a:pPr>
            <a:r>
              <a:rPr b="1" lang="fr" sz="1800">
                <a:solidFill>
                  <a:schemeClr val="dk1"/>
                </a:solidFill>
                <a:latin typeface="Calibri"/>
                <a:ea typeface="Calibri"/>
                <a:cs typeface="Calibri"/>
                <a:sym typeface="Calibri"/>
              </a:rPr>
              <a:t>(year 2000)</a:t>
            </a:r>
            <a:endParaRPr b="1" sz="1800">
              <a:solidFill>
                <a:schemeClr val="dk1"/>
              </a:solidFill>
              <a:latin typeface="Calibri"/>
              <a:ea typeface="Calibri"/>
              <a:cs typeface="Calibri"/>
              <a:sym typeface="Calibri"/>
            </a:endParaRPr>
          </a:p>
        </p:txBody>
      </p:sp>
      <p:sp>
        <p:nvSpPr>
          <p:cNvPr id="559" name="Google Shape;559;p78"/>
          <p:cNvSpPr/>
          <p:nvPr/>
        </p:nvSpPr>
        <p:spPr>
          <a:xfrm>
            <a:off x="5508625" y="411956"/>
            <a:ext cx="3167100" cy="2321700"/>
          </a:xfrm>
          <a:prstGeom prst="ellipse">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World market of chanterelles in 2001 1.5M US dollars</a:t>
            </a:r>
            <a:endParaRPr b="1" sz="1800">
              <a:solidFill>
                <a:schemeClr val="dk1"/>
              </a:solidFill>
              <a:latin typeface="Calibri"/>
              <a:ea typeface="Calibri"/>
              <a:cs typeface="Calibri"/>
              <a:sym typeface="Calibri"/>
            </a:endParaRPr>
          </a:p>
        </p:txBody>
      </p:sp>
      <p:sp>
        <p:nvSpPr>
          <p:cNvPr id="560" name="Google Shape;560;p78"/>
          <p:cNvSpPr/>
          <p:nvPr/>
        </p:nvSpPr>
        <p:spPr>
          <a:xfrm>
            <a:off x="611188" y="3759994"/>
            <a:ext cx="4248300" cy="1241700"/>
          </a:xfrm>
          <a:prstGeom prst="ellipse">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French and Italian rural economy relies on wild mushrooms</a:t>
            </a:r>
            <a:endParaRPr b="1"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pic>
        <p:nvPicPr>
          <p:cNvPr descr="Boletus edulis_fbBr" id="565" name="Google Shape;565;p79"/>
          <p:cNvPicPr preferRelativeResize="0"/>
          <p:nvPr/>
        </p:nvPicPr>
        <p:blipFill rotWithShape="1">
          <a:blip r:embed="rId3">
            <a:alphaModFix/>
          </a:blip>
          <a:srcRect b="0" l="0" r="0" t="0"/>
          <a:stretch/>
        </p:blipFill>
        <p:spPr>
          <a:xfrm>
            <a:off x="0" y="0"/>
            <a:ext cx="2641998" cy="3314702"/>
          </a:xfrm>
          <a:prstGeom prst="rect">
            <a:avLst/>
          </a:prstGeom>
          <a:noFill/>
          <a:ln>
            <a:noFill/>
          </a:ln>
        </p:spPr>
      </p:pic>
      <p:pic>
        <p:nvPicPr>
          <p:cNvPr id="566" name="Google Shape;566;p79"/>
          <p:cNvPicPr preferRelativeResize="0"/>
          <p:nvPr/>
        </p:nvPicPr>
        <p:blipFill rotWithShape="1">
          <a:blip r:embed="rId4">
            <a:alphaModFix/>
          </a:blip>
          <a:srcRect b="0" l="0" r="0" t="0"/>
          <a:stretch/>
        </p:blipFill>
        <p:spPr>
          <a:xfrm>
            <a:off x="3348038" y="0"/>
            <a:ext cx="4346972" cy="3314700"/>
          </a:xfrm>
          <a:prstGeom prst="rect">
            <a:avLst/>
          </a:prstGeom>
          <a:noFill/>
          <a:ln>
            <a:noFill/>
          </a:ln>
        </p:spPr>
      </p:pic>
      <p:pic>
        <p:nvPicPr>
          <p:cNvPr descr="Cantharellus cibarius (Fr" id="567" name="Google Shape;567;p79"/>
          <p:cNvPicPr preferRelativeResize="0"/>
          <p:nvPr/>
        </p:nvPicPr>
        <p:blipFill rotWithShape="1">
          <a:blip r:embed="rId5">
            <a:alphaModFix/>
          </a:blip>
          <a:srcRect b="0" l="0" r="0" t="0"/>
          <a:stretch/>
        </p:blipFill>
        <p:spPr>
          <a:xfrm>
            <a:off x="0" y="2382441"/>
            <a:ext cx="3708797" cy="2781301"/>
          </a:xfrm>
          <a:prstGeom prst="rect">
            <a:avLst/>
          </a:prstGeom>
          <a:noFill/>
          <a:ln>
            <a:noFill/>
          </a:ln>
        </p:spPr>
      </p:pic>
      <p:pic>
        <p:nvPicPr>
          <p:cNvPr id="568" name="Google Shape;568;p79"/>
          <p:cNvPicPr preferRelativeResize="0"/>
          <p:nvPr/>
        </p:nvPicPr>
        <p:blipFill rotWithShape="1">
          <a:blip r:embed="rId6">
            <a:alphaModFix/>
          </a:blip>
          <a:srcRect b="0" l="0" r="0" t="0"/>
          <a:stretch/>
        </p:blipFill>
        <p:spPr>
          <a:xfrm>
            <a:off x="4606925" y="2382441"/>
            <a:ext cx="3402808" cy="2781300"/>
          </a:xfrm>
          <a:prstGeom prst="rect">
            <a:avLst/>
          </a:prstGeom>
          <a:noFill/>
          <a:ln>
            <a:noFill/>
          </a:ln>
        </p:spPr>
      </p:pic>
      <p:sp>
        <p:nvSpPr>
          <p:cNvPr id="569" name="Google Shape;569;p79"/>
          <p:cNvSpPr/>
          <p:nvPr/>
        </p:nvSpPr>
        <p:spPr>
          <a:xfrm>
            <a:off x="250825" y="4624388"/>
            <a:ext cx="6769200" cy="432300"/>
          </a:xfrm>
          <a:prstGeom prst="roundRect">
            <a:avLst>
              <a:gd fmla="val 16667" name="adj"/>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http://mushroaming.com/Mushroom_Markets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5"/>
                                        </p:tgtEl>
                                        <p:attrNameLst>
                                          <p:attrName>style.visibility</p:attrName>
                                        </p:attrNameLst>
                                      </p:cBhvr>
                                      <p:to>
                                        <p:strVal val="visible"/>
                                      </p:to>
                                    </p:set>
                                    <p:animEffect filter="fade" transition="in">
                                      <p:cBhvr>
                                        <p:cTn dur="500"/>
                                        <p:tgtEl>
                                          <p:spTgt spid="5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6"/>
                                        </p:tgtEl>
                                        <p:attrNameLst>
                                          <p:attrName>style.visibility</p:attrName>
                                        </p:attrNameLst>
                                      </p:cBhvr>
                                      <p:to>
                                        <p:strVal val="visible"/>
                                      </p:to>
                                    </p:set>
                                    <p:animEffect filter="fade" transition="in">
                                      <p:cBhvr>
                                        <p:cTn dur="500"/>
                                        <p:tgtEl>
                                          <p:spTgt spid="5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7"/>
                                        </p:tgtEl>
                                        <p:attrNameLst>
                                          <p:attrName>style.visibility</p:attrName>
                                        </p:attrNameLst>
                                      </p:cBhvr>
                                      <p:to>
                                        <p:strVal val="visible"/>
                                      </p:to>
                                    </p:set>
                                    <p:animEffect filter="fade" transition="in">
                                      <p:cBhvr>
                                        <p:cTn dur="500"/>
                                        <p:tgtEl>
                                          <p:spTgt spid="5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8"/>
                                        </p:tgtEl>
                                        <p:attrNameLst>
                                          <p:attrName>style.visibility</p:attrName>
                                        </p:attrNameLst>
                                      </p:cBhvr>
                                      <p:to>
                                        <p:strVal val="visible"/>
                                      </p:to>
                                    </p:set>
                                    <p:animEffect filter="fade" transition="in">
                                      <p:cBhvr>
                                        <p:cTn dur="500"/>
                                        <p:tgtEl>
                                          <p:spTgt spid="5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9"/>
                                        </p:tgtEl>
                                        <p:attrNameLst>
                                          <p:attrName>style.visibility</p:attrName>
                                        </p:attrNameLst>
                                      </p:cBhvr>
                                      <p:to>
                                        <p:strVal val="visible"/>
                                      </p:to>
                                    </p:set>
                                    <p:animEffect filter="fade" transition="in">
                                      <p:cBhvr>
                                        <p:cTn dur="1000"/>
                                        <p:tgtEl>
                                          <p:spTgt spid="5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pic>
        <p:nvPicPr>
          <p:cNvPr id="574" name="Google Shape;574;p80"/>
          <p:cNvPicPr preferRelativeResize="0"/>
          <p:nvPr/>
        </p:nvPicPr>
        <p:blipFill rotWithShape="1">
          <a:blip r:embed="rId3">
            <a:alphaModFix/>
          </a:blip>
          <a:srcRect b="0" l="0" r="0" t="0"/>
          <a:stretch/>
        </p:blipFill>
        <p:spPr>
          <a:xfrm>
            <a:off x="6350" y="0"/>
            <a:ext cx="3489723" cy="5143500"/>
          </a:xfrm>
          <a:prstGeom prst="rect">
            <a:avLst/>
          </a:prstGeom>
          <a:noFill/>
          <a:ln>
            <a:noFill/>
          </a:ln>
        </p:spPr>
      </p:pic>
      <p:pic>
        <p:nvPicPr>
          <p:cNvPr id="575" name="Google Shape;575;p80"/>
          <p:cNvPicPr preferRelativeResize="0"/>
          <p:nvPr/>
        </p:nvPicPr>
        <p:blipFill rotWithShape="1">
          <a:blip r:embed="rId4">
            <a:alphaModFix/>
          </a:blip>
          <a:srcRect b="0" l="0" r="0" t="0"/>
          <a:stretch/>
        </p:blipFill>
        <p:spPr>
          <a:xfrm>
            <a:off x="4556125" y="0"/>
            <a:ext cx="4587875" cy="5143500"/>
          </a:xfrm>
          <a:prstGeom prst="rect">
            <a:avLst/>
          </a:prstGeom>
          <a:noFill/>
          <a:ln>
            <a:noFill/>
          </a:ln>
        </p:spPr>
      </p:pic>
      <p:sp>
        <p:nvSpPr>
          <p:cNvPr id="576" name="Google Shape;576;p80"/>
          <p:cNvSpPr/>
          <p:nvPr/>
        </p:nvSpPr>
        <p:spPr>
          <a:xfrm>
            <a:off x="3059113" y="250031"/>
            <a:ext cx="3791100" cy="539400"/>
          </a:xfrm>
          <a:prstGeom prst="roundRect">
            <a:avLst>
              <a:gd fmla="val 16667" name="adj"/>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fr" sz="2800">
                <a:solidFill>
                  <a:schemeClr val="dk1"/>
                </a:solidFill>
                <a:latin typeface="Calibri"/>
                <a:ea typeface="Calibri"/>
                <a:cs typeface="Calibri"/>
                <a:sym typeface="Calibri"/>
              </a:rPr>
              <a:t>Cordyceps  sinensis</a:t>
            </a:r>
            <a:endParaRPr/>
          </a:p>
        </p:txBody>
      </p:sp>
      <p:sp>
        <p:nvSpPr>
          <p:cNvPr id="577" name="Google Shape;577;p80"/>
          <p:cNvSpPr/>
          <p:nvPr/>
        </p:nvSpPr>
        <p:spPr>
          <a:xfrm>
            <a:off x="2332038" y="4731544"/>
            <a:ext cx="2024100" cy="270300"/>
          </a:xfrm>
          <a:prstGeom prst="roundRect">
            <a:avLst>
              <a:gd fmla="val 16667" name="adj"/>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2000">
                <a:solidFill>
                  <a:schemeClr val="dk1"/>
                </a:solidFill>
                <a:latin typeface="Calibri"/>
                <a:ea typeface="Calibri"/>
                <a:cs typeface="Calibri"/>
                <a:sym typeface="Calibri"/>
              </a:rPr>
              <a:t>Summer grass</a:t>
            </a:r>
            <a:endParaRPr/>
          </a:p>
        </p:txBody>
      </p:sp>
      <p:sp>
        <p:nvSpPr>
          <p:cNvPr id="578" name="Google Shape;578;p80"/>
          <p:cNvSpPr/>
          <p:nvPr/>
        </p:nvSpPr>
        <p:spPr>
          <a:xfrm>
            <a:off x="4787900" y="4731544"/>
            <a:ext cx="1728900" cy="270300"/>
          </a:xfrm>
          <a:prstGeom prst="roundRect">
            <a:avLst>
              <a:gd fmla="val 16667" name="adj"/>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2000">
                <a:solidFill>
                  <a:schemeClr val="dk1"/>
                </a:solidFill>
                <a:latin typeface="Calibri"/>
                <a:ea typeface="Calibri"/>
                <a:cs typeface="Calibri"/>
                <a:sym typeface="Calibri"/>
              </a:rPr>
              <a:t>Winter worm</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pic>
        <p:nvPicPr>
          <p:cNvPr id="583" name="Google Shape;583;p81"/>
          <p:cNvPicPr preferRelativeResize="0"/>
          <p:nvPr/>
        </p:nvPicPr>
        <p:blipFill rotWithShape="1">
          <a:blip r:embed="rId3">
            <a:alphaModFix/>
          </a:blip>
          <a:srcRect b="0" l="0" r="0" t="0"/>
          <a:stretch/>
        </p:blipFill>
        <p:spPr>
          <a:xfrm>
            <a:off x="0" y="0"/>
            <a:ext cx="6857999" cy="5143500"/>
          </a:xfrm>
          <a:prstGeom prst="rect">
            <a:avLst/>
          </a:prstGeom>
          <a:noFill/>
          <a:ln>
            <a:noFill/>
          </a:ln>
        </p:spPr>
      </p:pic>
      <p:sp>
        <p:nvSpPr>
          <p:cNvPr id="584" name="Google Shape;584;p81"/>
          <p:cNvSpPr/>
          <p:nvPr/>
        </p:nvSpPr>
        <p:spPr>
          <a:xfrm>
            <a:off x="250825" y="411956"/>
            <a:ext cx="2808300" cy="918000"/>
          </a:xfrm>
          <a:prstGeom prst="roundRect">
            <a:avLst>
              <a:gd fmla="val 16667" name="adj"/>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2400">
                <a:solidFill>
                  <a:schemeClr val="dk1"/>
                </a:solidFill>
                <a:latin typeface="Calibri"/>
                <a:ea typeface="Calibri"/>
                <a:cs typeface="Calibri"/>
                <a:sym typeface="Calibri"/>
              </a:rPr>
              <a:t>3-5 £ per piece</a:t>
            </a:r>
            <a:endParaRPr/>
          </a:p>
          <a:p>
            <a:pPr indent="0" lvl="0" marL="0" marR="0" rtl="0" algn="ctr">
              <a:spcBef>
                <a:spcPts val="0"/>
              </a:spcBef>
              <a:spcAft>
                <a:spcPts val="0"/>
              </a:spcAft>
              <a:buNone/>
            </a:pPr>
            <a:r>
              <a:rPr b="1" lang="fr" sz="2400">
                <a:solidFill>
                  <a:schemeClr val="dk1"/>
                </a:solidFill>
                <a:latin typeface="Calibri"/>
                <a:ea typeface="Calibri"/>
                <a:cs typeface="Calibri"/>
                <a:sym typeface="Calibri"/>
              </a:rPr>
              <a:t>1000 £ per season</a:t>
            </a:r>
            <a:endParaRPr b="1" sz="2400">
              <a:solidFill>
                <a:schemeClr val="dk1"/>
              </a:solidFill>
              <a:latin typeface="Calibri"/>
              <a:ea typeface="Calibri"/>
              <a:cs typeface="Calibri"/>
              <a:sym typeface="Calibri"/>
            </a:endParaRPr>
          </a:p>
        </p:txBody>
      </p:sp>
      <p:sp>
        <p:nvSpPr>
          <p:cNvPr id="585" name="Google Shape;585;p81"/>
          <p:cNvSpPr/>
          <p:nvPr/>
        </p:nvSpPr>
        <p:spPr>
          <a:xfrm>
            <a:off x="6156325" y="3219450"/>
            <a:ext cx="2808300" cy="1188300"/>
          </a:xfrm>
          <a:prstGeom prst="roundRect">
            <a:avLst>
              <a:gd fmla="val 16667" name="adj"/>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3200">
                <a:solidFill>
                  <a:schemeClr val="dk1"/>
                </a:solidFill>
                <a:latin typeface="Calibri"/>
                <a:ea typeface="Calibri"/>
                <a:cs typeface="Calibri"/>
                <a:sym typeface="Calibri"/>
              </a:rPr>
              <a:t>“spore money”</a:t>
            </a:r>
            <a:endParaRPr b="1" sz="3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pic>
        <p:nvPicPr>
          <p:cNvPr id="590" name="Google Shape;590;p82"/>
          <p:cNvPicPr preferRelativeResize="0"/>
          <p:nvPr/>
        </p:nvPicPr>
        <p:blipFill rotWithShape="1">
          <a:blip r:embed="rId3">
            <a:alphaModFix/>
          </a:blip>
          <a:srcRect b="0" l="0" r="0" t="0"/>
          <a:stretch/>
        </p:blipFill>
        <p:spPr>
          <a:xfrm>
            <a:off x="0" y="0"/>
            <a:ext cx="5484814" cy="5143500"/>
          </a:xfrm>
          <a:prstGeom prst="rect">
            <a:avLst/>
          </a:prstGeom>
          <a:noFill/>
          <a:ln>
            <a:noFill/>
          </a:ln>
        </p:spPr>
      </p:pic>
      <p:sp>
        <p:nvSpPr>
          <p:cNvPr id="591" name="Google Shape;591;p82"/>
          <p:cNvSpPr txBox="1"/>
          <p:nvPr/>
        </p:nvSpPr>
        <p:spPr>
          <a:xfrm>
            <a:off x="5651500" y="250031"/>
            <a:ext cx="3241800" cy="3786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2400">
                <a:solidFill>
                  <a:schemeClr val="dk1"/>
                </a:solidFill>
                <a:latin typeface="Calibri"/>
                <a:ea typeface="Calibri"/>
                <a:cs typeface="Calibri"/>
                <a:sym typeface="Calibri"/>
              </a:rPr>
              <a:t>2000 CNY (255 eur) for 1 kg (1998)</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fr" sz="2400">
                <a:solidFill>
                  <a:schemeClr val="dk1"/>
                </a:solidFill>
                <a:latin typeface="Calibri"/>
                <a:ea typeface="Calibri"/>
                <a:cs typeface="Calibri"/>
                <a:sym typeface="Calibri"/>
              </a:rPr>
              <a:t>35 000 CNY (4457 eur) for 1 kg (2008)</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fr" sz="2400">
                <a:solidFill>
                  <a:schemeClr val="dk1"/>
                </a:solidFill>
                <a:latin typeface="Calibri"/>
                <a:ea typeface="Calibri"/>
                <a:cs typeface="Calibri"/>
                <a:sym typeface="Calibri"/>
              </a:rPr>
              <a:t>8.5 % of Tibetan GDP (more than industry and mining sector combined)</a:t>
            </a:r>
            <a:endParaRPr sz="24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83"/>
          <p:cNvSpPr/>
          <p:nvPr/>
        </p:nvSpPr>
        <p:spPr>
          <a:xfrm>
            <a:off x="684213" y="411956"/>
            <a:ext cx="7559700" cy="1133700"/>
          </a:xfrm>
          <a:prstGeom prst="roundRect">
            <a:avLst>
              <a:gd fmla="val 16667" name="adj"/>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4400">
                <a:solidFill>
                  <a:schemeClr val="dk1"/>
                </a:solidFill>
                <a:latin typeface="Calibri"/>
                <a:ea typeface="Calibri"/>
                <a:cs typeface="Calibri"/>
                <a:sym typeface="Calibri"/>
              </a:rPr>
              <a:t>Why producing mushrooms?</a:t>
            </a:r>
            <a:endParaRPr b="1" sz="4400">
              <a:solidFill>
                <a:schemeClr val="dk1"/>
              </a:solidFill>
              <a:latin typeface="Calibri"/>
              <a:ea typeface="Calibri"/>
              <a:cs typeface="Calibri"/>
              <a:sym typeface="Calibri"/>
            </a:endParaRPr>
          </a:p>
        </p:txBody>
      </p:sp>
      <p:sp>
        <p:nvSpPr>
          <p:cNvPr id="597" name="Google Shape;597;p83"/>
          <p:cNvSpPr txBox="1"/>
          <p:nvPr/>
        </p:nvSpPr>
        <p:spPr>
          <a:xfrm>
            <a:off x="827088" y="1815704"/>
            <a:ext cx="7416900" cy="347850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Noto Sans Symbols"/>
              <a:buChar char="▪"/>
            </a:pPr>
            <a:r>
              <a:rPr b="1" lang="fr" sz="2000">
                <a:solidFill>
                  <a:schemeClr val="dk1"/>
                </a:solidFill>
                <a:latin typeface="Calibri"/>
                <a:ea typeface="Calibri"/>
                <a:cs typeface="Calibri"/>
                <a:sym typeface="Calibri"/>
              </a:rPr>
              <a:t>Valuable source of proteins, amino-acids, vitamins</a:t>
            </a:r>
            <a:endParaRPr/>
          </a:p>
          <a:p>
            <a:pPr indent="-215900" lvl="0" marL="342900" marR="0" rtl="0" algn="l">
              <a:spcBef>
                <a:spcPts val="0"/>
              </a:spcBef>
              <a:spcAft>
                <a:spcPts val="0"/>
              </a:spcAft>
              <a:buClr>
                <a:schemeClr val="dk1"/>
              </a:buClr>
              <a:buSzPts val="2000"/>
              <a:buFont typeface="Noto Sans Symbols"/>
              <a:buNone/>
            </a:pPr>
            <a:r>
              <a:t/>
            </a:r>
            <a:endParaRPr b="1"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Noto Sans Symbols"/>
              <a:buChar char="▪"/>
            </a:pPr>
            <a:r>
              <a:rPr b="1" lang="fr" sz="2000">
                <a:solidFill>
                  <a:schemeClr val="dk1"/>
                </a:solidFill>
                <a:latin typeface="Calibri"/>
                <a:ea typeface="Calibri"/>
                <a:cs typeface="Calibri"/>
                <a:sym typeface="Calibri"/>
              </a:rPr>
              <a:t>Abundant and cheap waste materials can be used as compost</a:t>
            </a:r>
            <a:endParaRPr/>
          </a:p>
          <a:p>
            <a:pPr indent="-215900" lvl="0" marL="342900" marR="0" rtl="0" algn="l">
              <a:spcBef>
                <a:spcPts val="0"/>
              </a:spcBef>
              <a:spcAft>
                <a:spcPts val="0"/>
              </a:spcAft>
              <a:buClr>
                <a:schemeClr val="dk1"/>
              </a:buClr>
              <a:buSzPts val="2000"/>
              <a:buFont typeface="Noto Sans Symbols"/>
              <a:buNone/>
            </a:pPr>
            <a:r>
              <a:t/>
            </a:r>
            <a:endParaRPr b="1"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Noto Sans Symbols"/>
              <a:buChar char="▪"/>
            </a:pPr>
            <a:r>
              <a:rPr b="1" lang="fr" sz="2000">
                <a:solidFill>
                  <a:schemeClr val="dk1"/>
                </a:solidFill>
                <a:latin typeface="Calibri"/>
                <a:ea typeface="Calibri"/>
                <a:cs typeface="Calibri"/>
                <a:sym typeface="Calibri"/>
              </a:rPr>
              <a:t>Mushrooms have medicinal importance</a:t>
            </a:r>
            <a:endParaRPr/>
          </a:p>
          <a:p>
            <a:pPr indent="-215900" lvl="0" marL="342900" marR="0" rtl="0" algn="l">
              <a:spcBef>
                <a:spcPts val="0"/>
              </a:spcBef>
              <a:spcAft>
                <a:spcPts val="0"/>
              </a:spcAft>
              <a:buClr>
                <a:schemeClr val="dk1"/>
              </a:buClr>
              <a:buSzPts val="2000"/>
              <a:buFont typeface="Noto Sans Symbols"/>
              <a:buNone/>
            </a:pPr>
            <a:r>
              <a:t/>
            </a:r>
            <a:endParaRPr b="1"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Noto Sans Symbols"/>
              <a:buChar char="▪"/>
            </a:pPr>
            <a:r>
              <a:rPr b="1" lang="fr" sz="2000">
                <a:solidFill>
                  <a:schemeClr val="dk1"/>
                </a:solidFill>
                <a:latin typeface="Calibri"/>
                <a:ea typeface="Calibri"/>
                <a:cs typeface="Calibri"/>
                <a:sym typeface="Calibri"/>
              </a:rPr>
              <a:t>Demand is higher than the offer</a:t>
            </a:r>
            <a:endParaRPr/>
          </a:p>
          <a:p>
            <a:pPr indent="-215900" lvl="0" marL="342900" marR="0" rtl="0" algn="l">
              <a:spcBef>
                <a:spcPts val="0"/>
              </a:spcBef>
              <a:spcAft>
                <a:spcPts val="0"/>
              </a:spcAft>
              <a:buClr>
                <a:schemeClr val="dk1"/>
              </a:buClr>
              <a:buSzPts val="2000"/>
              <a:buFont typeface="Noto Sans Symbols"/>
              <a:buNone/>
            </a:pPr>
            <a:r>
              <a:t/>
            </a:r>
            <a:endParaRPr b="1"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Noto Sans Symbols"/>
              <a:buChar char="▪"/>
            </a:pPr>
            <a:r>
              <a:rPr b="1" lang="fr" sz="2000">
                <a:solidFill>
                  <a:schemeClr val="dk1"/>
                </a:solidFill>
                <a:latin typeface="Calibri"/>
                <a:ea typeface="Calibri"/>
                <a:cs typeface="Calibri"/>
                <a:sym typeface="Calibri"/>
              </a:rPr>
              <a:t>It gives people a job and dignity</a:t>
            </a:r>
            <a:endParaRPr/>
          </a:p>
          <a:p>
            <a:pPr indent="-215900" lvl="0" marL="342900" marR="0" rtl="0" algn="l">
              <a:spcBef>
                <a:spcPts val="0"/>
              </a:spcBef>
              <a:spcAft>
                <a:spcPts val="0"/>
              </a:spcAft>
              <a:buClr>
                <a:schemeClr val="dk1"/>
              </a:buClr>
              <a:buSzPts val="2000"/>
              <a:buFont typeface="Noto Sans Symbols"/>
              <a:buNone/>
            </a:pPr>
            <a:r>
              <a:t/>
            </a:r>
            <a:endParaRPr b="1"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Noto Sans Symbols"/>
              <a:buChar char="▪"/>
            </a:pPr>
            <a:r>
              <a:rPr b="1" lang="fr" sz="2000">
                <a:solidFill>
                  <a:schemeClr val="dk1"/>
                </a:solidFill>
                <a:latin typeface="Calibri"/>
                <a:ea typeface="Calibri"/>
                <a:cs typeface="Calibri"/>
                <a:sym typeface="Calibri"/>
              </a:rPr>
              <a:t>Some people have repulsion toward wild mushrooms</a:t>
            </a:r>
            <a:endParaRPr b="1" sz="2000">
              <a:solidFill>
                <a:schemeClr val="dk1"/>
              </a:solidFill>
              <a:latin typeface="Calibri"/>
              <a:ea typeface="Calibri"/>
              <a:cs typeface="Calibri"/>
              <a:sym typeface="Calibri"/>
            </a:endParaRPr>
          </a:p>
        </p:txBody>
      </p:sp>
      <p:pic>
        <p:nvPicPr>
          <p:cNvPr id="598" name="Google Shape;598;p83"/>
          <p:cNvPicPr preferRelativeResize="0"/>
          <p:nvPr/>
        </p:nvPicPr>
        <p:blipFill rotWithShape="1">
          <a:blip r:embed="rId3">
            <a:alphaModFix/>
          </a:blip>
          <a:srcRect b="0" l="0" r="0" t="0"/>
          <a:stretch/>
        </p:blipFill>
        <p:spPr>
          <a:xfrm>
            <a:off x="5951100" y="3234387"/>
            <a:ext cx="2057400" cy="13716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84"/>
          <p:cNvSpPr/>
          <p:nvPr/>
        </p:nvSpPr>
        <p:spPr>
          <a:xfrm>
            <a:off x="395288" y="573881"/>
            <a:ext cx="8280300" cy="4224300"/>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chemeClr val="dk1"/>
              </a:buClr>
              <a:buSzPts val="2400"/>
              <a:buFont typeface="Noto Sans Symbols"/>
              <a:buChar char="❖"/>
            </a:pPr>
            <a:r>
              <a:rPr lang="fr" sz="2400">
                <a:solidFill>
                  <a:schemeClr val="dk1"/>
                </a:solidFill>
                <a:latin typeface="Calibri"/>
                <a:ea typeface="Calibri"/>
                <a:cs typeface="Calibri"/>
                <a:sym typeface="Calibri"/>
              </a:rPr>
              <a:t>Annual production in 1983 was 900 000 tons, and the growth rate is 10 % per year</a:t>
            </a:r>
            <a:endParaRPr/>
          </a:p>
          <a:p>
            <a:pPr indent="-133350" lvl="0" marL="285750" marR="0" rtl="0" algn="l">
              <a:spcBef>
                <a:spcPts val="0"/>
              </a:spcBef>
              <a:spcAft>
                <a:spcPts val="0"/>
              </a:spcAft>
              <a:buClr>
                <a:schemeClr val="dk1"/>
              </a:buClr>
              <a:buSzPts val="2400"/>
              <a:buFont typeface="Noto Sans Symbols"/>
              <a:buNone/>
            </a:pPr>
            <a:r>
              <a:t/>
            </a:r>
            <a:endParaRPr sz="24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400"/>
              <a:buFont typeface="Noto Sans Symbols"/>
              <a:buChar char="❖"/>
            </a:pPr>
            <a:r>
              <a:rPr lang="fr" sz="2400">
                <a:solidFill>
                  <a:schemeClr val="dk1"/>
                </a:solidFill>
                <a:latin typeface="Calibri"/>
                <a:ea typeface="Calibri"/>
                <a:cs typeface="Calibri"/>
                <a:sym typeface="Calibri"/>
              </a:rPr>
              <a:t>1997 annual production was 6.1M kg, while in 2002 it was 12.2M kg (double in 5 years)</a:t>
            </a:r>
            <a:endParaRPr sz="2400">
              <a:solidFill>
                <a:schemeClr val="dk1"/>
              </a:solidFill>
              <a:latin typeface="Calibri"/>
              <a:ea typeface="Calibri"/>
              <a:cs typeface="Calibri"/>
              <a:sym typeface="Calibri"/>
            </a:endParaRPr>
          </a:p>
          <a:p>
            <a:pPr indent="-133350" lvl="0" marL="285750" marR="0" rtl="0" algn="l">
              <a:spcBef>
                <a:spcPts val="0"/>
              </a:spcBef>
              <a:spcAft>
                <a:spcPts val="0"/>
              </a:spcAft>
              <a:buClr>
                <a:schemeClr val="dk1"/>
              </a:buClr>
              <a:buSzPts val="2400"/>
              <a:buFont typeface="Noto Sans Symbols"/>
              <a:buNone/>
            </a:pPr>
            <a:r>
              <a:t/>
            </a:r>
            <a:endParaRPr sz="24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400"/>
              <a:buFont typeface="Noto Sans Symbols"/>
              <a:buChar char="❖"/>
            </a:pPr>
            <a:r>
              <a:rPr lang="fr" sz="2400">
                <a:solidFill>
                  <a:schemeClr val="dk1"/>
                </a:solidFill>
                <a:latin typeface="Calibri"/>
                <a:ea typeface="Calibri"/>
                <a:cs typeface="Calibri"/>
                <a:sym typeface="Calibri"/>
              </a:rPr>
              <a:t>Currently, annual production is more than </a:t>
            </a:r>
            <a:r>
              <a:rPr b="1" lang="fr" sz="2400">
                <a:solidFill>
                  <a:schemeClr val="dk1"/>
                </a:solidFill>
                <a:latin typeface="Arial"/>
                <a:ea typeface="Arial"/>
                <a:cs typeface="Arial"/>
                <a:sym typeface="Arial"/>
              </a:rPr>
              <a:t>12M </a:t>
            </a:r>
            <a:r>
              <a:rPr b="1" lang="fr" sz="2400">
                <a:solidFill>
                  <a:schemeClr val="dk1"/>
                </a:solidFill>
                <a:latin typeface="Calibri"/>
                <a:ea typeface="Calibri"/>
                <a:cs typeface="Calibri"/>
                <a:sym typeface="Calibri"/>
              </a:rPr>
              <a:t>kg  </a:t>
            </a:r>
            <a:r>
              <a:rPr lang="fr" sz="2400">
                <a:solidFill>
                  <a:schemeClr val="dk1"/>
                </a:solidFill>
                <a:latin typeface="Calibri"/>
                <a:ea typeface="Calibri"/>
                <a:cs typeface="Calibri"/>
                <a:sym typeface="Calibri"/>
              </a:rPr>
              <a:t>or </a:t>
            </a:r>
            <a:r>
              <a:rPr b="1" lang="fr" sz="2400">
                <a:solidFill>
                  <a:schemeClr val="dk1"/>
                </a:solidFill>
                <a:latin typeface="Calibri"/>
                <a:ea typeface="Calibri"/>
                <a:cs typeface="Calibri"/>
                <a:sym typeface="Calibri"/>
              </a:rPr>
              <a:t>2g</a:t>
            </a:r>
            <a:r>
              <a:rPr lang="fr" sz="2400">
                <a:solidFill>
                  <a:schemeClr val="dk1"/>
                </a:solidFill>
                <a:latin typeface="Calibri"/>
                <a:ea typeface="Calibri"/>
                <a:cs typeface="Calibri"/>
                <a:sym typeface="Calibri"/>
              </a:rPr>
              <a:t> of fresh mushrooms per capita</a:t>
            </a:r>
            <a:endParaRPr/>
          </a:p>
          <a:p>
            <a:pPr indent="-133350" lvl="0" marL="285750" marR="0" rtl="0" algn="l">
              <a:spcBef>
                <a:spcPts val="0"/>
              </a:spcBef>
              <a:spcAft>
                <a:spcPts val="0"/>
              </a:spcAft>
              <a:buClr>
                <a:schemeClr val="dk1"/>
              </a:buClr>
              <a:buSzPts val="2400"/>
              <a:buFont typeface="Noto Sans Symbols"/>
              <a:buNone/>
            </a:pPr>
            <a:r>
              <a:t/>
            </a:r>
            <a:endParaRPr sz="24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400"/>
              <a:buFont typeface="Noto Sans Symbols"/>
              <a:buChar char="❖"/>
            </a:pPr>
            <a:r>
              <a:rPr b="1" lang="fr" sz="2400">
                <a:solidFill>
                  <a:schemeClr val="dk1"/>
                </a:solidFill>
                <a:latin typeface="Calibri"/>
                <a:ea typeface="Calibri"/>
                <a:cs typeface="Calibri"/>
                <a:sym typeface="Calibri"/>
              </a:rPr>
              <a:t>600M kg of waste from agriculture, agro-industry, forestry can produce 360M kg of fresh mushrooms or 60 kg per capita per year</a:t>
            </a:r>
            <a:endParaRPr/>
          </a:p>
          <a:p>
            <a:pPr indent="-133350" lvl="0" marL="285750" marR="0" rtl="0" algn="l">
              <a:spcBef>
                <a:spcPts val="0"/>
              </a:spcBef>
              <a:spcAft>
                <a:spcPts val="0"/>
              </a:spcAft>
              <a:buClr>
                <a:schemeClr val="dk1"/>
              </a:buClr>
              <a:buSzPts val="2400"/>
              <a:buFont typeface="Noto Sans Symbols"/>
              <a:buNone/>
            </a:pPr>
            <a:r>
              <a:t/>
            </a:r>
            <a:endParaRPr sz="24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400"/>
              <a:buFont typeface="Noto Sans Symbols"/>
              <a:buChar char="❖"/>
            </a:pPr>
            <a:r>
              <a:rPr lang="fr" sz="2400">
                <a:solidFill>
                  <a:schemeClr val="dk1"/>
                </a:solidFill>
                <a:latin typeface="Calibri"/>
                <a:ea typeface="Calibri"/>
                <a:cs typeface="Calibri"/>
                <a:sym typeface="Calibri"/>
              </a:rPr>
              <a:t>In 1994 the total value of world production of mushrooms exceeded </a:t>
            </a:r>
            <a:r>
              <a:rPr b="1" lang="fr" sz="2400">
                <a:solidFill>
                  <a:schemeClr val="dk1"/>
                </a:solidFill>
                <a:latin typeface="Calibri"/>
                <a:ea typeface="Calibri"/>
                <a:cs typeface="Calibri"/>
                <a:sym typeface="Calibri"/>
              </a:rPr>
              <a:t>14x10</a:t>
            </a:r>
            <a:r>
              <a:rPr b="1" baseline="30000" lang="fr" sz="2400">
                <a:solidFill>
                  <a:schemeClr val="dk1"/>
                </a:solidFill>
                <a:latin typeface="Calibri"/>
                <a:ea typeface="Calibri"/>
                <a:cs typeface="Calibri"/>
                <a:sym typeface="Calibri"/>
              </a:rPr>
              <a:t>9</a:t>
            </a:r>
            <a:r>
              <a:rPr b="1" lang="fr" sz="2400">
                <a:solidFill>
                  <a:schemeClr val="dk1"/>
                </a:solidFill>
                <a:latin typeface="Calibri"/>
                <a:ea typeface="Calibri"/>
                <a:cs typeface="Calibri"/>
                <a:sym typeface="Calibri"/>
              </a:rPr>
              <a:t> </a:t>
            </a:r>
            <a:r>
              <a:rPr lang="fr" sz="2400">
                <a:solidFill>
                  <a:schemeClr val="dk1"/>
                </a:solidFill>
                <a:latin typeface="Calibri"/>
                <a:ea typeface="Calibri"/>
                <a:cs typeface="Calibri"/>
                <a:sym typeface="Calibri"/>
              </a:rPr>
              <a:t>= coffee production</a:t>
            </a:r>
            <a:endParaRPr sz="2400">
              <a:solidFill>
                <a:schemeClr val="dk1"/>
              </a:solidFill>
              <a:latin typeface="Calibri"/>
              <a:ea typeface="Calibri"/>
              <a:cs typeface="Calibri"/>
              <a:sym typeface="Calibri"/>
            </a:endParaRPr>
          </a:p>
        </p:txBody>
      </p:sp>
      <p:sp>
        <p:nvSpPr>
          <p:cNvPr id="604" name="Google Shape;604;p84"/>
          <p:cNvSpPr txBox="1"/>
          <p:nvPr/>
        </p:nvSpPr>
        <p:spPr>
          <a:xfrm>
            <a:off x="-2032625" y="1729969"/>
            <a:ext cx="19602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00">
                <a:solidFill>
                  <a:srgbClr val="222222"/>
                </a:solidFill>
                <a:highlight>
                  <a:srgbClr val="FFFFFF"/>
                </a:highlight>
              </a:rPr>
              <a:t>The world outputs of edible mushrooms have increased dynamically year by year, varying from 10.5 million tons in 2016 to 11.8 million tons in 2019, with an increase of around 57% over the last 10 years [</a:t>
            </a:r>
            <a:r>
              <a:rPr b="1" lang="fr" sz="1000">
                <a:solidFill>
                  <a:srgbClr val="4F5671"/>
                </a:solidFill>
                <a:highlight>
                  <a:srgbClr val="FFFFFF"/>
                </a:highlight>
                <a:uFill>
                  <a:noFill/>
                </a:uFill>
                <a:hlinkClick r:id="rId3">
                  <a:extLst>
                    <a:ext uri="{A12FA001-AC4F-418D-AE19-62706E023703}">
                      <ahyp:hlinkClr val="tx"/>
                    </a:ext>
                  </a:extLst>
                </a:hlinkClick>
              </a:rPr>
              <a:t>32</a:t>
            </a:r>
            <a:r>
              <a:rPr lang="fr" sz="1000">
                <a:solidFill>
                  <a:srgbClr val="222222"/>
                </a:solidFill>
                <a:highlight>
                  <a:srgbClr val="FFFFFF"/>
                </a:highlight>
              </a:rPr>
              <a:t>]. It is important to highlight that the worldwide market for edible mushrooms in 2019 was USD 16.9 billion in 2019, whereas it is anticipated to reach USD 19.04 billion by 2026 [</a:t>
            </a:r>
            <a:r>
              <a:rPr b="1" lang="fr" sz="1000">
                <a:solidFill>
                  <a:srgbClr val="4F5671"/>
                </a:solidFill>
                <a:highlight>
                  <a:srgbClr val="FFFFFF"/>
                </a:highlight>
                <a:uFill>
                  <a:noFill/>
                </a:uFill>
                <a:hlinkClick r:id="rId4">
                  <a:extLst>
                    <a:ext uri="{A12FA001-AC4F-418D-AE19-62706E023703}">
                      <ahyp:hlinkClr val="tx"/>
                    </a:ext>
                  </a:extLst>
                </a:hlinkClick>
              </a:rPr>
              <a:t>33</a:t>
            </a:r>
            <a:r>
              <a:rPr lang="fr" sz="1000">
                <a:solidFill>
                  <a:srgbClr val="222222"/>
                </a:solidFill>
                <a:highlight>
                  <a:srgbClr val="FFFFFF"/>
                </a:highlight>
              </a:rPr>
              <a:t>]. China is the largest manufacturer of edible mushrooms in the world, and its production is still on the rise [</a:t>
            </a:r>
            <a:r>
              <a:rPr b="1" lang="fr" sz="1000">
                <a:solidFill>
                  <a:srgbClr val="4F5671"/>
                </a:solidFill>
                <a:highlight>
                  <a:srgbClr val="FFFFFF"/>
                </a:highlight>
                <a:uFill>
                  <a:noFill/>
                </a:uFill>
                <a:hlinkClick r:id="rId5">
                  <a:extLst>
                    <a:ext uri="{A12FA001-AC4F-418D-AE19-62706E023703}">
                      <ahyp:hlinkClr val="tx"/>
                    </a:ext>
                  </a:extLst>
                </a:hlinkClick>
              </a:rPr>
              <a:t>34</a:t>
            </a:r>
            <a:r>
              <a:rPr lang="fr" sz="1000">
                <a:solidFill>
                  <a:srgbClr val="222222"/>
                </a:solidFill>
                <a:highlight>
                  <a:srgbClr val="FFFFFF"/>
                </a:highlight>
              </a:rPr>
              <a:t>,</a:t>
            </a:r>
            <a:r>
              <a:rPr b="1" lang="fr" sz="1000">
                <a:solidFill>
                  <a:srgbClr val="4F5671"/>
                </a:solidFill>
                <a:highlight>
                  <a:srgbClr val="FFFFFF"/>
                </a:highlight>
                <a:uFill>
                  <a:noFill/>
                </a:uFill>
                <a:hlinkClick r:id="rId6">
                  <a:extLst>
                    <a:ext uri="{A12FA001-AC4F-418D-AE19-62706E023703}">
                      <ahyp:hlinkClr val="tx"/>
                    </a:ext>
                  </a:extLst>
                </a:hlinkClick>
              </a:rPr>
              <a:t>35</a:t>
            </a:r>
            <a:r>
              <a:rPr lang="fr" sz="1000">
                <a:solidFill>
                  <a:srgbClr val="222222"/>
                </a:solidFill>
                <a:highlight>
                  <a:srgbClr val="FFFFFF"/>
                </a:highlight>
              </a:rPr>
              <a:t>,</a:t>
            </a:r>
            <a:r>
              <a:rPr b="1" lang="fr" sz="1000">
                <a:solidFill>
                  <a:srgbClr val="4F5671"/>
                </a:solidFill>
                <a:highlight>
                  <a:srgbClr val="FFFFFF"/>
                </a:highlight>
                <a:uFill>
                  <a:noFill/>
                </a:uFill>
                <a:hlinkClick r:id="rId7">
                  <a:extLst>
                    <a:ext uri="{A12FA001-AC4F-418D-AE19-62706E023703}">
                      <ahyp:hlinkClr val="tx"/>
                    </a:ext>
                  </a:extLst>
                </a:hlinkClick>
              </a:rPr>
              <a:t>36</a:t>
            </a:r>
            <a:r>
              <a:rPr lang="fr" sz="1000">
                <a:solidFill>
                  <a:srgbClr val="222222"/>
                </a:solidFill>
                <a:highlight>
                  <a:srgbClr val="FFFFFF"/>
                </a:highlight>
              </a:rPr>
              <a:t>,</a:t>
            </a:r>
            <a:r>
              <a:rPr b="1" lang="fr" sz="1000">
                <a:solidFill>
                  <a:srgbClr val="4F5671"/>
                </a:solidFill>
                <a:highlight>
                  <a:srgbClr val="FFFFFF"/>
                </a:highlight>
                <a:uFill>
                  <a:noFill/>
                </a:uFill>
                <a:hlinkClick r:id="rId8">
                  <a:extLst>
                    <a:ext uri="{A12FA001-AC4F-418D-AE19-62706E023703}">
                      <ahyp:hlinkClr val="tx"/>
                    </a:ext>
                  </a:extLst>
                </a:hlinkClick>
              </a:rPr>
              <a:t>37</a:t>
            </a:r>
            <a:r>
              <a:rPr lang="fr" sz="1000">
                <a:solidFill>
                  <a:srgbClr val="222222"/>
                </a:solidFill>
                <a:highlight>
                  <a:srgbClr val="FFFFFF"/>
                </a:highlight>
              </a:rPr>
              <a:t>].</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pic>
        <p:nvPicPr>
          <p:cNvPr id="609" name="Google Shape;609;p85"/>
          <p:cNvPicPr preferRelativeResize="0"/>
          <p:nvPr/>
        </p:nvPicPr>
        <p:blipFill rotWithShape="1">
          <a:blip r:embed="rId3">
            <a:alphaModFix/>
          </a:blip>
          <a:srcRect b="0" l="0" r="0" t="0"/>
          <a:stretch/>
        </p:blipFill>
        <p:spPr>
          <a:xfrm>
            <a:off x="0" y="1028700"/>
            <a:ext cx="6858002" cy="3864769"/>
          </a:xfrm>
          <a:prstGeom prst="rect">
            <a:avLst/>
          </a:prstGeom>
          <a:noFill/>
          <a:ln>
            <a:noFill/>
          </a:ln>
        </p:spPr>
      </p:pic>
      <p:sp>
        <p:nvSpPr>
          <p:cNvPr id="610" name="Google Shape;610;p85"/>
          <p:cNvSpPr/>
          <p:nvPr/>
        </p:nvSpPr>
        <p:spPr>
          <a:xfrm>
            <a:off x="0" y="1168004"/>
            <a:ext cx="5940300" cy="3237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1" name="Google Shape;611;p85"/>
          <p:cNvSpPr txBox="1"/>
          <p:nvPr/>
        </p:nvSpPr>
        <p:spPr>
          <a:xfrm>
            <a:off x="1450975" y="544116"/>
            <a:ext cx="62421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4800"/>
              <a:buFont typeface="Arial"/>
              <a:buNone/>
            </a:pPr>
            <a:r>
              <a:rPr lang="fr" sz="4800">
                <a:solidFill>
                  <a:schemeClr val="dk1"/>
                </a:solidFill>
                <a:latin typeface="Calibri"/>
                <a:ea typeface="Calibri"/>
                <a:cs typeface="Calibri"/>
                <a:sym typeface="Calibri"/>
              </a:rPr>
              <a:t>Global production, 2007</a:t>
            </a:r>
            <a:endParaRPr sz="4800">
              <a:solidFill>
                <a:schemeClr val="dk1"/>
              </a:solidFill>
              <a:latin typeface="Calibri"/>
              <a:ea typeface="Calibri"/>
              <a:cs typeface="Calibri"/>
              <a:sym typeface="Calibri"/>
            </a:endParaRPr>
          </a:p>
        </p:txBody>
      </p:sp>
      <p:sp>
        <p:nvSpPr>
          <p:cNvPr id="612" name="Google Shape;612;p85"/>
          <p:cNvSpPr/>
          <p:nvPr/>
        </p:nvSpPr>
        <p:spPr>
          <a:xfrm>
            <a:off x="900113" y="3057525"/>
            <a:ext cx="1440000" cy="5943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EU</a:t>
            </a:r>
            <a:endParaRPr/>
          </a:p>
          <a:p>
            <a:pPr indent="0" lvl="0" marL="0" marR="0" rtl="0" algn="ctr">
              <a:spcBef>
                <a:spcPts val="0"/>
              </a:spcBef>
              <a:spcAft>
                <a:spcPts val="0"/>
              </a:spcAft>
              <a:buNone/>
            </a:pPr>
            <a:r>
              <a:rPr b="1" lang="fr" sz="1800">
                <a:solidFill>
                  <a:schemeClr val="dk1"/>
                </a:solidFill>
                <a:latin typeface="Calibri"/>
                <a:ea typeface="Calibri"/>
                <a:cs typeface="Calibri"/>
                <a:sym typeface="Calibri"/>
              </a:rPr>
              <a:t>29 %</a:t>
            </a:r>
            <a:endParaRPr b="1" sz="1800">
              <a:solidFill>
                <a:schemeClr val="dk1"/>
              </a:solidFill>
              <a:latin typeface="Calibri"/>
              <a:ea typeface="Calibri"/>
              <a:cs typeface="Calibri"/>
              <a:sym typeface="Calibri"/>
            </a:endParaRPr>
          </a:p>
        </p:txBody>
      </p:sp>
      <p:sp>
        <p:nvSpPr>
          <p:cNvPr id="613" name="Google Shape;613;p85"/>
          <p:cNvSpPr/>
          <p:nvPr/>
        </p:nvSpPr>
        <p:spPr>
          <a:xfrm>
            <a:off x="1619250" y="2031206"/>
            <a:ext cx="1350900" cy="4323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USA</a:t>
            </a:r>
            <a:endParaRPr/>
          </a:p>
          <a:p>
            <a:pPr indent="0" lvl="0" marL="0" marR="0" rtl="0" algn="ctr">
              <a:spcBef>
                <a:spcPts val="0"/>
              </a:spcBef>
              <a:spcAft>
                <a:spcPts val="0"/>
              </a:spcAft>
              <a:buNone/>
            </a:pPr>
            <a:r>
              <a:rPr b="1" lang="fr" sz="1800">
                <a:solidFill>
                  <a:schemeClr val="dk1"/>
                </a:solidFill>
                <a:latin typeface="Calibri"/>
                <a:ea typeface="Calibri"/>
                <a:cs typeface="Calibri"/>
                <a:sym typeface="Calibri"/>
              </a:rPr>
              <a:t>11 %</a:t>
            </a:r>
            <a:endParaRPr b="1" sz="1800">
              <a:solidFill>
                <a:schemeClr val="dk1"/>
              </a:solidFill>
              <a:latin typeface="Calibri"/>
              <a:ea typeface="Calibri"/>
              <a:cs typeface="Calibri"/>
              <a:sym typeface="Calibri"/>
            </a:endParaRPr>
          </a:p>
        </p:txBody>
      </p:sp>
      <p:sp>
        <p:nvSpPr>
          <p:cNvPr id="614" name="Google Shape;614;p85"/>
          <p:cNvSpPr/>
          <p:nvPr/>
        </p:nvSpPr>
        <p:spPr>
          <a:xfrm>
            <a:off x="2970213" y="1762125"/>
            <a:ext cx="1170000" cy="4311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Canada</a:t>
            </a:r>
            <a:endParaRPr/>
          </a:p>
          <a:p>
            <a:pPr indent="0" lvl="0" marL="0" marR="0" rtl="0" algn="ctr">
              <a:spcBef>
                <a:spcPts val="0"/>
              </a:spcBef>
              <a:spcAft>
                <a:spcPts val="0"/>
              </a:spcAft>
              <a:buNone/>
            </a:pPr>
            <a:r>
              <a:rPr b="1" lang="fr" sz="1800">
                <a:solidFill>
                  <a:schemeClr val="dk1"/>
                </a:solidFill>
                <a:latin typeface="Calibri"/>
                <a:ea typeface="Calibri"/>
                <a:cs typeface="Calibri"/>
                <a:sym typeface="Calibri"/>
              </a:rPr>
              <a:t>2 %</a:t>
            </a:r>
            <a:endParaRPr b="1" sz="1800">
              <a:solidFill>
                <a:schemeClr val="dk1"/>
              </a:solidFill>
              <a:latin typeface="Calibri"/>
              <a:ea typeface="Calibri"/>
              <a:cs typeface="Calibri"/>
              <a:sym typeface="Calibri"/>
            </a:endParaRPr>
          </a:p>
        </p:txBody>
      </p:sp>
      <p:sp>
        <p:nvSpPr>
          <p:cNvPr id="615" name="Google Shape;615;p85"/>
          <p:cNvSpPr/>
          <p:nvPr/>
        </p:nvSpPr>
        <p:spPr>
          <a:xfrm>
            <a:off x="4140200" y="1762125"/>
            <a:ext cx="863700" cy="4311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Japan</a:t>
            </a:r>
            <a:endParaRPr/>
          </a:p>
          <a:p>
            <a:pPr indent="0" lvl="0" marL="0" marR="0" rtl="0" algn="ctr">
              <a:spcBef>
                <a:spcPts val="0"/>
              </a:spcBef>
              <a:spcAft>
                <a:spcPts val="0"/>
              </a:spcAft>
              <a:buNone/>
            </a:pPr>
            <a:r>
              <a:rPr b="1" lang="fr" sz="1800">
                <a:solidFill>
                  <a:schemeClr val="dk1"/>
                </a:solidFill>
                <a:latin typeface="Calibri"/>
                <a:ea typeface="Calibri"/>
                <a:cs typeface="Calibri"/>
                <a:sym typeface="Calibri"/>
              </a:rPr>
              <a:t>2 %</a:t>
            </a:r>
            <a:endParaRPr b="1" sz="1800">
              <a:solidFill>
                <a:schemeClr val="dk1"/>
              </a:solidFill>
              <a:latin typeface="Calibri"/>
              <a:ea typeface="Calibri"/>
              <a:cs typeface="Calibri"/>
              <a:sym typeface="Calibri"/>
            </a:endParaRPr>
          </a:p>
        </p:txBody>
      </p:sp>
      <p:sp>
        <p:nvSpPr>
          <p:cNvPr id="616" name="Google Shape;616;p85"/>
          <p:cNvSpPr/>
          <p:nvPr/>
        </p:nvSpPr>
        <p:spPr>
          <a:xfrm>
            <a:off x="5219700" y="1977629"/>
            <a:ext cx="1224000" cy="3786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Other</a:t>
            </a:r>
            <a:endParaRPr/>
          </a:p>
          <a:p>
            <a:pPr indent="0" lvl="0" marL="0" marR="0" rtl="0" algn="ctr">
              <a:spcBef>
                <a:spcPts val="0"/>
              </a:spcBef>
              <a:spcAft>
                <a:spcPts val="0"/>
              </a:spcAft>
              <a:buNone/>
            </a:pPr>
            <a:r>
              <a:rPr b="1" lang="fr" sz="1800">
                <a:solidFill>
                  <a:schemeClr val="dk1"/>
                </a:solidFill>
                <a:latin typeface="Calibri"/>
                <a:ea typeface="Calibri"/>
                <a:cs typeface="Calibri"/>
                <a:sym typeface="Calibri"/>
              </a:rPr>
              <a:t>8 %</a:t>
            </a:r>
            <a:endParaRPr b="1" sz="1800">
              <a:solidFill>
                <a:schemeClr val="dk1"/>
              </a:solidFill>
              <a:latin typeface="Calibri"/>
              <a:ea typeface="Calibri"/>
              <a:cs typeface="Calibri"/>
              <a:sym typeface="Calibri"/>
            </a:endParaRPr>
          </a:p>
        </p:txBody>
      </p:sp>
      <p:sp>
        <p:nvSpPr>
          <p:cNvPr id="617" name="Google Shape;617;p85"/>
          <p:cNvSpPr/>
          <p:nvPr/>
        </p:nvSpPr>
        <p:spPr>
          <a:xfrm>
            <a:off x="6443663" y="2961085"/>
            <a:ext cx="1249500" cy="5289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China</a:t>
            </a:r>
            <a:endParaRPr/>
          </a:p>
          <a:p>
            <a:pPr indent="0" lvl="0" marL="0" marR="0" rtl="0" algn="ctr">
              <a:spcBef>
                <a:spcPts val="0"/>
              </a:spcBef>
              <a:spcAft>
                <a:spcPts val="0"/>
              </a:spcAft>
              <a:buNone/>
            </a:pPr>
            <a:r>
              <a:rPr b="1" lang="fr" sz="1800">
                <a:solidFill>
                  <a:schemeClr val="dk1"/>
                </a:solidFill>
                <a:latin typeface="Calibri"/>
                <a:ea typeface="Calibri"/>
                <a:cs typeface="Calibri"/>
                <a:sym typeface="Calibri"/>
              </a:rPr>
              <a:t>48 %</a:t>
            </a:r>
            <a:endParaRPr b="1" sz="1800">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pic>
        <p:nvPicPr>
          <p:cNvPr id="622" name="Google Shape;622;p86"/>
          <p:cNvPicPr preferRelativeResize="0"/>
          <p:nvPr/>
        </p:nvPicPr>
        <p:blipFill rotWithShape="1">
          <a:blip r:embed="rId3">
            <a:alphaModFix/>
          </a:blip>
          <a:srcRect b="0" l="0" r="0" t="0"/>
          <a:stretch/>
        </p:blipFill>
        <p:spPr>
          <a:xfrm>
            <a:off x="755650" y="541735"/>
            <a:ext cx="6112671" cy="4136231"/>
          </a:xfrm>
          <a:prstGeom prst="rect">
            <a:avLst/>
          </a:prstGeom>
          <a:noFill/>
          <a:ln>
            <a:noFill/>
          </a:ln>
        </p:spPr>
      </p:pic>
      <p:sp>
        <p:nvSpPr>
          <p:cNvPr id="623" name="Google Shape;623;p86"/>
          <p:cNvSpPr/>
          <p:nvPr/>
        </p:nvSpPr>
        <p:spPr>
          <a:xfrm>
            <a:off x="1187450" y="681038"/>
            <a:ext cx="6264300" cy="4323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3200">
                <a:solidFill>
                  <a:schemeClr val="dk1"/>
                </a:solidFill>
                <a:latin typeface="Calibri"/>
                <a:ea typeface="Calibri"/>
                <a:cs typeface="Calibri"/>
                <a:sym typeface="Calibri"/>
              </a:rPr>
              <a:t>Mushrooms: Global exports, 2008</a:t>
            </a:r>
            <a:endParaRPr b="1" sz="3200">
              <a:solidFill>
                <a:schemeClr val="dk1"/>
              </a:solidFill>
              <a:latin typeface="Calibri"/>
              <a:ea typeface="Calibri"/>
              <a:cs typeface="Calibri"/>
              <a:sym typeface="Calibri"/>
            </a:endParaRPr>
          </a:p>
        </p:txBody>
      </p:sp>
      <p:sp>
        <p:nvSpPr>
          <p:cNvPr id="624" name="Google Shape;624;p86"/>
          <p:cNvSpPr/>
          <p:nvPr/>
        </p:nvSpPr>
        <p:spPr>
          <a:xfrm>
            <a:off x="2411413" y="2193131"/>
            <a:ext cx="1584300" cy="3252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Indonesia</a:t>
            </a:r>
            <a:endParaRPr/>
          </a:p>
          <a:p>
            <a:pPr indent="0" lvl="0" marL="0" marR="0" rtl="0" algn="ctr">
              <a:spcBef>
                <a:spcPts val="0"/>
              </a:spcBef>
              <a:spcAft>
                <a:spcPts val="0"/>
              </a:spcAft>
              <a:buNone/>
            </a:pPr>
            <a:r>
              <a:rPr b="1" lang="fr" sz="1800">
                <a:solidFill>
                  <a:schemeClr val="dk1"/>
                </a:solidFill>
                <a:latin typeface="Calibri"/>
                <a:ea typeface="Calibri"/>
                <a:cs typeface="Calibri"/>
                <a:sym typeface="Calibri"/>
              </a:rPr>
              <a:t>4 %</a:t>
            </a:r>
            <a:endParaRPr b="1" sz="1800">
              <a:solidFill>
                <a:schemeClr val="dk1"/>
              </a:solidFill>
              <a:latin typeface="Calibri"/>
              <a:ea typeface="Calibri"/>
              <a:cs typeface="Calibri"/>
              <a:sym typeface="Calibri"/>
            </a:endParaRPr>
          </a:p>
        </p:txBody>
      </p:sp>
      <p:sp>
        <p:nvSpPr>
          <p:cNvPr id="625" name="Google Shape;625;p86"/>
          <p:cNvSpPr/>
          <p:nvPr/>
        </p:nvSpPr>
        <p:spPr>
          <a:xfrm>
            <a:off x="3995738" y="1977629"/>
            <a:ext cx="720600" cy="3237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India</a:t>
            </a:r>
            <a:endParaRPr/>
          </a:p>
          <a:p>
            <a:pPr indent="0" lvl="0" marL="0" marR="0" rtl="0" algn="ctr">
              <a:spcBef>
                <a:spcPts val="0"/>
              </a:spcBef>
              <a:spcAft>
                <a:spcPts val="0"/>
              </a:spcAft>
              <a:buNone/>
            </a:pPr>
            <a:r>
              <a:rPr b="1" lang="fr" sz="1800">
                <a:solidFill>
                  <a:schemeClr val="dk1"/>
                </a:solidFill>
                <a:latin typeface="Calibri"/>
                <a:ea typeface="Calibri"/>
                <a:cs typeface="Calibri"/>
                <a:sym typeface="Calibri"/>
              </a:rPr>
              <a:t>4 %</a:t>
            </a:r>
            <a:endParaRPr b="1" sz="1800">
              <a:solidFill>
                <a:schemeClr val="dk1"/>
              </a:solidFill>
              <a:latin typeface="Calibri"/>
              <a:ea typeface="Calibri"/>
              <a:cs typeface="Calibri"/>
              <a:sym typeface="Calibri"/>
            </a:endParaRPr>
          </a:p>
        </p:txBody>
      </p:sp>
      <p:sp>
        <p:nvSpPr>
          <p:cNvPr id="626" name="Google Shape;626;p86"/>
          <p:cNvSpPr/>
          <p:nvPr/>
        </p:nvSpPr>
        <p:spPr>
          <a:xfrm>
            <a:off x="4932363" y="1762125"/>
            <a:ext cx="1368300" cy="3774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EU</a:t>
            </a:r>
            <a:endParaRPr/>
          </a:p>
          <a:p>
            <a:pPr indent="0" lvl="0" marL="0" marR="0" rtl="0" algn="ctr">
              <a:spcBef>
                <a:spcPts val="0"/>
              </a:spcBef>
              <a:spcAft>
                <a:spcPts val="0"/>
              </a:spcAft>
              <a:buNone/>
            </a:pPr>
            <a:r>
              <a:rPr b="1" lang="fr" sz="1800">
                <a:solidFill>
                  <a:schemeClr val="dk1"/>
                </a:solidFill>
                <a:latin typeface="Calibri"/>
                <a:ea typeface="Calibri"/>
                <a:cs typeface="Calibri"/>
                <a:sym typeface="Calibri"/>
              </a:rPr>
              <a:t>2 %</a:t>
            </a:r>
            <a:endParaRPr b="1" sz="1800">
              <a:solidFill>
                <a:schemeClr val="dk1"/>
              </a:solidFill>
              <a:latin typeface="Calibri"/>
              <a:ea typeface="Calibri"/>
              <a:cs typeface="Calibri"/>
              <a:sym typeface="Calibri"/>
            </a:endParaRPr>
          </a:p>
        </p:txBody>
      </p:sp>
      <p:sp>
        <p:nvSpPr>
          <p:cNvPr id="627" name="Google Shape;627;p86"/>
          <p:cNvSpPr/>
          <p:nvPr/>
        </p:nvSpPr>
        <p:spPr>
          <a:xfrm>
            <a:off x="6659563" y="1950244"/>
            <a:ext cx="1152600" cy="4059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All other</a:t>
            </a:r>
            <a:endParaRPr/>
          </a:p>
          <a:p>
            <a:pPr indent="0" lvl="0" marL="0" marR="0" rtl="0" algn="ctr">
              <a:spcBef>
                <a:spcPts val="0"/>
              </a:spcBef>
              <a:spcAft>
                <a:spcPts val="0"/>
              </a:spcAft>
              <a:buNone/>
            </a:pPr>
            <a:r>
              <a:rPr b="1" lang="fr" sz="1800">
                <a:solidFill>
                  <a:schemeClr val="dk1"/>
                </a:solidFill>
                <a:latin typeface="Calibri"/>
                <a:ea typeface="Calibri"/>
                <a:cs typeface="Calibri"/>
                <a:sym typeface="Calibri"/>
              </a:rPr>
              <a:t>3 %</a:t>
            </a:r>
            <a:endParaRPr/>
          </a:p>
        </p:txBody>
      </p:sp>
      <p:sp>
        <p:nvSpPr>
          <p:cNvPr id="628" name="Google Shape;628;p86"/>
          <p:cNvSpPr/>
          <p:nvPr/>
        </p:nvSpPr>
        <p:spPr>
          <a:xfrm>
            <a:off x="7235825" y="3489722"/>
            <a:ext cx="1224000" cy="4323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China</a:t>
            </a:r>
            <a:endParaRPr/>
          </a:p>
          <a:p>
            <a:pPr indent="0" lvl="0" marL="0" marR="0" rtl="0" algn="ctr">
              <a:spcBef>
                <a:spcPts val="0"/>
              </a:spcBef>
              <a:spcAft>
                <a:spcPts val="0"/>
              </a:spcAft>
              <a:buNone/>
            </a:pPr>
            <a:r>
              <a:rPr b="1" lang="fr" sz="1800">
                <a:solidFill>
                  <a:schemeClr val="dk1"/>
                </a:solidFill>
                <a:latin typeface="Calibri"/>
                <a:ea typeface="Calibri"/>
                <a:cs typeface="Calibri"/>
                <a:sym typeface="Calibri"/>
              </a:rPr>
              <a:t>87 %</a:t>
            </a:r>
            <a:endParaRPr b="1" sz="1800">
              <a:solidFill>
                <a:schemeClr val="dk1"/>
              </a:solidFill>
              <a:latin typeface="Calibri"/>
              <a:ea typeface="Calibri"/>
              <a:cs typeface="Calibri"/>
              <a:sym typeface="Calibri"/>
            </a:endParaRPr>
          </a:p>
        </p:txBody>
      </p:sp>
      <p:sp>
        <p:nvSpPr>
          <p:cNvPr id="629" name="Google Shape;629;p86"/>
          <p:cNvSpPr/>
          <p:nvPr/>
        </p:nvSpPr>
        <p:spPr>
          <a:xfrm>
            <a:off x="4716463" y="1113235"/>
            <a:ext cx="1584300" cy="4323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Metric tons</a:t>
            </a:r>
            <a:endParaRPr b="1" sz="1800">
              <a:solidFill>
                <a:schemeClr val="dk1"/>
              </a:solidFill>
              <a:latin typeface="Calibri"/>
              <a:ea typeface="Calibri"/>
              <a:cs typeface="Calibri"/>
              <a:sym typeface="Calibri"/>
            </a:endParaRPr>
          </a:p>
        </p:txBody>
      </p:sp>
      <p:sp>
        <p:nvSpPr>
          <p:cNvPr id="630" name="Google Shape;630;p86"/>
          <p:cNvSpPr/>
          <p:nvPr/>
        </p:nvSpPr>
        <p:spPr>
          <a:xfrm>
            <a:off x="323850" y="2787254"/>
            <a:ext cx="2879700" cy="1458600"/>
          </a:xfrm>
          <a:prstGeom prst="roundRect">
            <a:avLst>
              <a:gd fmla="val 16667" name="adj"/>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USA and Russia are the largest imports of canned mushrooms: 22 and 21 %, respectively</a:t>
            </a:r>
            <a:endParaRPr b="1" sz="1800">
              <a:solidFill>
                <a:schemeClr val="dk1"/>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pic>
        <p:nvPicPr>
          <p:cNvPr id="635" name="Google Shape;635;p87"/>
          <p:cNvPicPr preferRelativeResize="0"/>
          <p:nvPr/>
        </p:nvPicPr>
        <p:blipFill rotWithShape="1">
          <a:blip r:embed="rId3">
            <a:alphaModFix/>
          </a:blip>
          <a:srcRect b="0" l="0" r="0" t="0"/>
          <a:stretch/>
        </p:blipFill>
        <p:spPr>
          <a:xfrm>
            <a:off x="250825" y="573881"/>
            <a:ext cx="8713788" cy="4319588"/>
          </a:xfrm>
          <a:prstGeom prst="rect">
            <a:avLst/>
          </a:prstGeom>
          <a:noFill/>
          <a:ln>
            <a:noFill/>
          </a:ln>
        </p:spPr>
      </p:pic>
      <p:sp>
        <p:nvSpPr>
          <p:cNvPr id="636" name="Google Shape;636;p87"/>
          <p:cNvSpPr/>
          <p:nvPr/>
        </p:nvSpPr>
        <p:spPr>
          <a:xfrm>
            <a:off x="395288" y="681038"/>
            <a:ext cx="7848600" cy="4323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2800">
                <a:solidFill>
                  <a:schemeClr val="dk1"/>
                </a:solidFill>
                <a:latin typeface="Calibri"/>
                <a:ea typeface="Calibri"/>
                <a:cs typeface="Calibri"/>
                <a:sym typeface="Calibri"/>
              </a:rPr>
              <a:t>Mushrooms: Global consumption, 2007</a:t>
            </a:r>
            <a:endParaRPr b="1" sz="2800">
              <a:solidFill>
                <a:schemeClr val="dk1"/>
              </a:solidFill>
              <a:latin typeface="Calibri"/>
              <a:ea typeface="Calibri"/>
              <a:cs typeface="Calibri"/>
              <a:sym typeface="Calibri"/>
            </a:endParaRPr>
          </a:p>
        </p:txBody>
      </p:sp>
      <p:sp>
        <p:nvSpPr>
          <p:cNvPr id="637" name="Google Shape;637;p87"/>
          <p:cNvSpPr/>
          <p:nvPr/>
        </p:nvSpPr>
        <p:spPr>
          <a:xfrm>
            <a:off x="6300788" y="3112294"/>
            <a:ext cx="1150800" cy="6477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China</a:t>
            </a:r>
            <a:endParaRPr/>
          </a:p>
          <a:p>
            <a:pPr indent="0" lvl="0" marL="0" marR="0" rtl="0" algn="ctr">
              <a:spcBef>
                <a:spcPts val="0"/>
              </a:spcBef>
              <a:spcAft>
                <a:spcPts val="0"/>
              </a:spcAft>
              <a:buNone/>
            </a:pPr>
            <a:r>
              <a:rPr b="1" lang="fr" sz="1800">
                <a:solidFill>
                  <a:schemeClr val="dk1"/>
                </a:solidFill>
                <a:latin typeface="Calibri"/>
                <a:ea typeface="Calibri"/>
                <a:cs typeface="Calibri"/>
                <a:sym typeface="Calibri"/>
              </a:rPr>
              <a:t>38 %</a:t>
            </a:r>
            <a:endParaRPr b="1" sz="1800">
              <a:solidFill>
                <a:schemeClr val="dk1"/>
              </a:solidFill>
              <a:latin typeface="Calibri"/>
              <a:ea typeface="Calibri"/>
              <a:cs typeface="Calibri"/>
              <a:sym typeface="Calibri"/>
            </a:endParaRPr>
          </a:p>
        </p:txBody>
      </p:sp>
      <p:sp>
        <p:nvSpPr>
          <p:cNvPr id="638" name="Google Shape;638;p87"/>
          <p:cNvSpPr/>
          <p:nvPr/>
        </p:nvSpPr>
        <p:spPr>
          <a:xfrm>
            <a:off x="1476375" y="3462338"/>
            <a:ext cx="1655700" cy="5943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EU</a:t>
            </a:r>
            <a:endParaRPr/>
          </a:p>
          <a:p>
            <a:pPr indent="0" lvl="0" marL="0" marR="0" rtl="0" algn="ctr">
              <a:spcBef>
                <a:spcPts val="0"/>
              </a:spcBef>
              <a:spcAft>
                <a:spcPts val="0"/>
              </a:spcAft>
              <a:buNone/>
            </a:pPr>
            <a:r>
              <a:rPr b="1" lang="fr" sz="1800">
                <a:solidFill>
                  <a:schemeClr val="dk1"/>
                </a:solidFill>
                <a:latin typeface="Calibri"/>
                <a:ea typeface="Calibri"/>
                <a:cs typeface="Calibri"/>
                <a:sym typeface="Calibri"/>
              </a:rPr>
              <a:t>31 %</a:t>
            </a:r>
            <a:endParaRPr b="1" sz="1800">
              <a:solidFill>
                <a:schemeClr val="dk1"/>
              </a:solidFill>
              <a:latin typeface="Calibri"/>
              <a:ea typeface="Calibri"/>
              <a:cs typeface="Calibri"/>
              <a:sym typeface="Calibri"/>
            </a:endParaRPr>
          </a:p>
        </p:txBody>
      </p:sp>
      <p:sp>
        <p:nvSpPr>
          <p:cNvPr id="639" name="Google Shape;639;p87"/>
          <p:cNvSpPr/>
          <p:nvPr/>
        </p:nvSpPr>
        <p:spPr>
          <a:xfrm>
            <a:off x="1403350" y="2139554"/>
            <a:ext cx="1440000" cy="5943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US</a:t>
            </a:r>
            <a:endParaRPr/>
          </a:p>
          <a:p>
            <a:pPr indent="0" lvl="0" marL="0" marR="0" rtl="0" algn="ctr">
              <a:spcBef>
                <a:spcPts val="0"/>
              </a:spcBef>
              <a:spcAft>
                <a:spcPts val="0"/>
              </a:spcAft>
              <a:buNone/>
            </a:pPr>
            <a:r>
              <a:rPr b="1" lang="fr" sz="1800">
                <a:solidFill>
                  <a:schemeClr val="dk1"/>
                </a:solidFill>
                <a:latin typeface="Calibri"/>
                <a:ea typeface="Calibri"/>
                <a:cs typeface="Calibri"/>
                <a:sym typeface="Calibri"/>
              </a:rPr>
              <a:t>14 %</a:t>
            </a:r>
            <a:endParaRPr b="1" sz="1800">
              <a:solidFill>
                <a:schemeClr val="dk1"/>
              </a:solidFill>
              <a:latin typeface="Calibri"/>
              <a:ea typeface="Calibri"/>
              <a:cs typeface="Calibri"/>
              <a:sym typeface="Calibri"/>
            </a:endParaRPr>
          </a:p>
        </p:txBody>
      </p:sp>
      <p:sp>
        <p:nvSpPr>
          <p:cNvPr id="640" name="Google Shape;640;p87"/>
          <p:cNvSpPr/>
          <p:nvPr/>
        </p:nvSpPr>
        <p:spPr>
          <a:xfrm>
            <a:off x="2484438" y="1869281"/>
            <a:ext cx="1008000" cy="4323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Canada</a:t>
            </a:r>
            <a:endParaRPr/>
          </a:p>
          <a:p>
            <a:pPr indent="0" lvl="0" marL="0" marR="0" rtl="0" algn="ctr">
              <a:spcBef>
                <a:spcPts val="0"/>
              </a:spcBef>
              <a:spcAft>
                <a:spcPts val="0"/>
              </a:spcAft>
              <a:buNone/>
            </a:pPr>
            <a:r>
              <a:rPr b="1" lang="fr" sz="1800">
                <a:solidFill>
                  <a:schemeClr val="dk1"/>
                </a:solidFill>
                <a:latin typeface="Calibri"/>
                <a:ea typeface="Calibri"/>
                <a:cs typeface="Calibri"/>
                <a:sym typeface="Calibri"/>
              </a:rPr>
              <a:t>3 %</a:t>
            </a:r>
            <a:endParaRPr b="1" sz="1800">
              <a:solidFill>
                <a:schemeClr val="dk1"/>
              </a:solidFill>
              <a:latin typeface="Calibri"/>
              <a:ea typeface="Calibri"/>
              <a:cs typeface="Calibri"/>
              <a:sym typeface="Calibri"/>
            </a:endParaRPr>
          </a:p>
        </p:txBody>
      </p:sp>
      <p:sp>
        <p:nvSpPr>
          <p:cNvPr id="641" name="Google Shape;641;p87"/>
          <p:cNvSpPr/>
          <p:nvPr/>
        </p:nvSpPr>
        <p:spPr>
          <a:xfrm>
            <a:off x="3492500" y="1491854"/>
            <a:ext cx="1366800" cy="5394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Japan 2%, Russia 2 %</a:t>
            </a:r>
            <a:endParaRPr b="1" sz="1800">
              <a:solidFill>
                <a:schemeClr val="dk1"/>
              </a:solidFill>
              <a:latin typeface="Calibri"/>
              <a:ea typeface="Calibri"/>
              <a:cs typeface="Calibri"/>
              <a:sym typeface="Calibri"/>
            </a:endParaRPr>
          </a:p>
        </p:txBody>
      </p:sp>
      <p:sp>
        <p:nvSpPr>
          <p:cNvPr id="642" name="Google Shape;642;p87"/>
          <p:cNvSpPr/>
          <p:nvPr/>
        </p:nvSpPr>
        <p:spPr>
          <a:xfrm>
            <a:off x="5148263" y="1491854"/>
            <a:ext cx="1152600" cy="5394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800">
                <a:solidFill>
                  <a:schemeClr val="dk1"/>
                </a:solidFill>
                <a:latin typeface="Calibri"/>
                <a:ea typeface="Calibri"/>
                <a:cs typeface="Calibri"/>
                <a:sym typeface="Calibri"/>
              </a:rPr>
              <a:t>All other</a:t>
            </a:r>
            <a:endParaRPr/>
          </a:p>
          <a:p>
            <a:pPr indent="0" lvl="0" marL="0" marR="0" rtl="0" algn="ctr">
              <a:spcBef>
                <a:spcPts val="0"/>
              </a:spcBef>
              <a:spcAft>
                <a:spcPts val="0"/>
              </a:spcAft>
              <a:buNone/>
            </a:pPr>
            <a:r>
              <a:rPr b="1" lang="fr" sz="1800">
                <a:solidFill>
                  <a:schemeClr val="dk1"/>
                </a:solidFill>
                <a:latin typeface="Calibri"/>
                <a:ea typeface="Calibri"/>
                <a:cs typeface="Calibri"/>
                <a:sym typeface="Calibri"/>
              </a:rPr>
              <a:t>11 %</a:t>
            </a:r>
            <a:endParaRPr b="1" sz="1800">
              <a:solidFill>
                <a:schemeClr val="dk1"/>
              </a:solidFill>
              <a:latin typeface="Calibri"/>
              <a:ea typeface="Calibri"/>
              <a:cs typeface="Calibri"/>
              <a:sym typeface="Calibri"/>
            </a:endParaRPr>
          </a:p>
        </p:txBody>
      </p:sp>
      <p:sp>
        <p:nvSpPr>
          <p:cNvPr id="643" name="Google Shape;643;p87"/>
          <p:cNvSpPr/>
          <p:nvPr/>
        </p:nvSpPr>
        <p:spPr>
          <a:xfrm>
            <a:off x="3851275" y="1113235"/>
            <a:ext cx="1873200" cy="3786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2000">
                <a:solidFill>
                  <a:schemeClr val="dk1"/>
                </a:solidFill>
                <a:latin typeface="Calibri"/>
                <a:ea typeface="Calibri"/>
                <a:cs typeface="Calibri"/>
                <a:sym typeface="Calibri"/>
              </a:rPr>
              <a:t>Metric tons</a:t>
            </a:r>
            <a:endParaRPr b="1" sz="2000">
              <a:solidFill>
                <a:schemeClr val="dk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pic>
        <p:nvPicPr>
          <p:cNvPr id="648" name="Google Shape;648;p88"/>
          <p:cNvPicPr preferRelativeResize="0"/>
          <p:nvPr/>
        </p:nvPicPr>
        <p:blipFill rotWithShape="1">
          <a:blip r:embed="rId3">
            <a:alphaModFix/>
          </a:blip>
          <a:srcRect b="0" l="0" r="0" t="0"/>
          <a:stretch/>
        </p:blipFill>
        <p:spPr>
          <a:xfrm>
            <a:off x="344488" y="373856"/>
            <a:ext cx="6124576" cy="4450556"/>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8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654" name="Google Shape;654;p89"/>
          <p:cNvPicPr preferRelativeResize="0"/>
          <p:nvPr/>
        </p:nvPicPr>
        <p:blipFill>
          <a:blip r:embed="rId3">
            <a:alphaModFix/>
          </a:blip>
          <a:stretch>
            <a:fillRect/>
          </a:stretch>
        </p:blipFill>
        <p:spPr>
          <a:xfrm>
            <a:off x="0" y="0"/>
            <a:ext cx="9144003" cy="5143501"/>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90"/>
          <p:cNvSpPr txBox="1"/>
          <p:nvPr>
            <p:ph type="title"/>
          </p:nvPr>
        </p:nvSpPr>
        <p:spPr>
          <a:xfrm>
            <a:off x="79375" y="137950"/>
            <a:ext cx="8520600" cy="841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fr">
                <a:solidFill>
                  <a:schemeClr val="lt1"/>
                </a:solidFill>
              </a:rPr>
              <a:t>R&amp;D</a:t>
            </a:r>
            <a:endParaRPr>
              <a:solidFill>
                <a:schemeClr val="lt1"/>
              </a:solidFill>
            </a:endParaRPr>
          </a:p>
        </p:txBody>
      </p:sp>
      <p:pic>
        <p:nvPicPr>
          <p:cNvPr descr="This is the sound of my book, Entangled Life, being devoured by a fungus (Pleurotus, which produces oyster mushrooms). The fungus made such a good noise that I couldn’t resist playing along on the piano… &#10;&#10;The video and recording of the book being digested was made by the sound ecologist Michael Prime (Youtube: 'Carbon Ladder'). The electrodes record the bioelectric activity of the fungus alongside its galvanic response (like a lie detector). These data streams control a tunable oscillator. Michael Prime uses filters to shape the raw oscillator signal, but the fluctuations in pitch and rhythm that you hear are a real-time sonic representation of the activity of the fungus as it eats the book. &#10;&#10;With many thanks to my friends at Grocycle.com who inoculated and incubated the books.&#10;&#10;Visit merlinsheldrake.com for more about Entangled Life: How Fungi Make Our Worlds, Change Our Minds, and Shape Our Futures." id="660" name="Google Shape;660;p90" title="The sound of the book, Entangled Life, being devoured by a fungus – with a piano accompaniment">
            <a:hlinkClick r:id="rId3"/>
          </p:cNvPr>
          <p:cNvPicPr preferRelativeResize="0"/>
          <p:nvPr/>
        </p:nvPicPr>
        <p:blipFill>
          <a:blip r:embed="rId4">
            <a:alphaModFix/>
          </a:blip>
          <a:stretch>
            <a:fillRect/>
          </a:stretch>
        </p:blipFill>
        <p:spPr>
          <a:xfrm>
            <a:off x="-255673" y="3436700"/>
            <a:ext cx="2370622" cy="1333475"/>
          </a:xfrm>
          <a:prstGeom prst="rect">
            <a:avLst/>
          </a:prstGeom>
          <a:noFill/>
          <a:ln>
            <a:noFill/>
          </a:ln>
        </p:spPr>
      </p:pic>
      <p:sp>
        <p:nvSpPr>
          <p:cNvPr id="661" name="Google Shape;661;p90"/>
          <p:cNvSpPr txBox="1"/>
          <p:nvPr/>
        </p:nvSpPr>
        <p:spPr>
          <a:xfrm>
            <a:off x="79375" y="4770175"/>
            <a:ext cx="3849600" cy="34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fr">
                <a:solidFill>
                  <a:schemeClr val="lt1"/>
                </a:solidFill>
              </a:rPr>
              <a:t>M</a:t>
            </a:r>
            <a:r>
              <a:rPr i="1" lang="fr">
                <a:solidFill>
                  <a:schemeClr val="lt1"/>
                </a:solidFill>
              </a:rPr>
              <a:t>yco - </a:t>
            </a:r>
            <a:r>
              <a:rPr i="1" lang="fr">
                <a:solidFill>
                  <a:schemeClr val="lt1"/>
                </a:solidFill>
              </a:rPr>
              <a:t>acoustique &amp; Myco - </a:t>
            </a:r>
            <a:r>
              <a:rPr i="1" lang="fr">
                <a:solidFill>
                  <a:schemeClr val="lt1"/>
                </a:solidFill>
              </a:rPr>
              <a:t>informatique</a:t>
            </a:r>
            <a:endParaRPr i="1">
              <a:solidFill>
                <a:schemeClr val="lt1"/>
              </a:solidFill>
            </a:endParaRPr>
          </a:p>
        </p:txBody>
      </p:sp>
      <p:pic>
        <p:nvPicPr>
          <p:cNvPr id="662" name="Google Shape;662;p90"/>
          <p:cNvPicPr preferRelativeResize="0"/>
          <p:nvPr/>
        </p:nvPicPr>
        <p:blipFill>
          <a:blip r:embed="rId5">
            <a:alphaModFix/>
          </a:blip>
          <a:stretch>
            <a:fillRect/>
          </a:stretch>
        </p:blipFill>
        <p:spPr>
          <a:xfrm>
            <a:off x="4277913" y="3436700"/>
            <a:ext cx="2578749" cy="1333474"/>
          </a:xfrm>
          <a:prstGeom prst="rect">
            <a:avLst/>
          </a:prstGeom>
          <a:noFill/>
          <a:ln>
            <a:noFill/>
          </a:ln>
        </p:spPr>
      </p:pic>
      <p:pic>
        <p:nvPicPr>
          <p:cNvPr id="663" name="Google Shape;663;p90"/>
          <p:cNvPicPr preferRelativeResize="0"/>
          <p:nvPr/>
        </p:nvPicPr>
        <p:blipFill>
          <a:blip r:embed="rId6">
            <a:alphaModFix/>
          </a:blip>
          <a:stretch>
            <a:fillRect/>
          </a:stretch>
        </p:blipFill>
        <p:spPr>
          <a:xfrm>
            <a:off x="2193200" y="3436700"/>
            <a:ext cx="2006474" cy="1333474"/>
          </a:xfrm>
          <a:prstGeom prst="rect">
            <a:avLst/>
          </a:prstGeom>
          <a:noFill/>
          <a:ln>
            <a:noFill/>
          </a:ln>
        </p:spPr>
      </p:pic>
      <p:sp>
        <p:nvSpPr>
          <p:cNvPr id="664" name="Google Shape;664;p90"/>
          <p:cNvSpPr txBox="1"/>
          <p:nvPr/>
        </p:nvSpPr>
        <p:spPr>
          <a:xfrm>
            <a:off x="7516550" y="4760825"/>
            <a:ext cx="3007800" cy="1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fr">
                <a:solidFill>
                  <a:schemeClr val="lt1"/>
                </a:solidFill>
              </a:rPr>
              <a:t>Myco-Cuir </a:t>
            </a:r>
            <a:endParaRPr i="1">
              <a:solidFill>
                <a:schemeClr val="lt1"/>
              </a:solidFill>
            </a:endParaRPr>
          </a:p>
        </p:txBody>
      </p:sp>
      <p:sp>
        <p:nvSpPr>
          <p:cNvPr id="665" name="Google Shape;665;p90"/>
          <p:cNvSpPr txBox="1"/>
          <p:nvPr/>
        </p:nvSpPr>
        <p:spPr>
          <a:xfrm>
            <a:off x="2018700" y="1030925"/>
            <a:ext cx="3007800" cy="1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fr">
                <a:solidFill>
                  <a:schemeClr val="lt1"/>
                </a:solidFill>
              </a:rPr>
              <a:t>Myco-Packaging &amp; Plastics</a:t>
            </a:r>
            <a:endParaRPr i="1">
              <a:solidFill>
                <a:schemeClr val="lt1"/>
              </a:solidFill>
            </a:endParaRPr>
          </a:p>
        </p:txBody>
      </p:sp>
      <p:pic>
        <p:nvPicPr>
          <p:cNvPr id="666" name="Google Shape;666;p90"/>
          <p:cNvPicPr preferRelativeResize="0"/>
          <p:nvPr/>
        </p:nvPicPr>
        <p:blipFill>
          <a:blip r:embed="rId7">
            <a:alphaModFix/>
          </a:blip>
          <a:stretch>
            <a:fillRect/>
          </a:stretch>
        </p:blipFill>
        <p:spPr>
          <a:xfrm>
            <a:off x="7077300" y="2941651"/>
            <a:ext cx="1855226" cy="1857549"/>
          </a:xfrm>
          <a:prstGeom prst="rect">
            <a:avLst/>
          </a:prstGeom>
          <a:noFill/>
          <a:ln>
            <a:noFill/>
          </a:ln>
        </p:spPr>
      </p:pic>
      <p:pic>
        <p:nvPicPr>
          <p:cNvPr id="667" name="Google Shape;667;p90"/>
          <p:cNvPicPr preferRelativeResize="0"/>
          <p:nvPr/>
        </p:nvPicPr>
        <p:blipFill rotWithShape="1">
          <a:blip r:embed="rId8">
            <a:alphaModFix/>
          </a:blip>
          <a:srcRect b="12677" l="0" r="0" t="11548"/>
          <a:stretch/>
        </p:blipFill>
        <p:spPr>
          <a:xfrm>
            <a:off x="7090850" y="253200"/>
            <a:ext cx="1828126" cy="1385300"/>
          </a:xfrm>
          <a:prstGeom prst="rect">
            <a:avLst/>
          </a:prstGeom>
          <a:noFill/>
          <a:ln>
            <a:noFill/>
          </a:ln>
        </p:spPr>
      </p:pic>
      <p:pic>
        <p:nvPicPr>
          <p:cNvPr id="668" name="Google Shape;668;p90"/>
          <p:cNvPicPr preferRelativeResize="0"/>
          <p:nvPr/>
        </p:nvPicPr>
        <p:blipFill>
          <a:blip r:embed="rId9">
            <a:alphaModFix/>
          </a:blip>
          <a:stretch>
            <a:fillRect/>
          </a:stretch>
        </p:blipFill>
        <p:spPr>
          <a:xfrm>
            <a:off x="-1484650" y="570637"/>
            <a:ext cx="1251475" cy="1792452"/>
          </a:xfrm>
          <a:prstGeom prst="rect">
            <a:avLst/>
          </a:prstGeom>
          <a:noFill/>
          <a:ln>
            <a:noFill/>
          </a:ln>
        </p:spPr>
      </p:pic>
      <p:pic>
        <p:nvPicPr>
          <p:cNvPr id="669" name="Google Shape;669;p90"/>
          <p:cNvPicPr preferRelativeResize="0"/>
          <p:nvPr/>
        </p:nvPicPr>
        <p:blipFill>
          <a:blip r:embed="rId10">
            <a:alphaModFix/>
          </a:blip>
          <a:stretch>
            <a:fillRect/>
          </a:stretch>
        </p:blipFill>
        <p:spPr>
          <a:xfrm>
            <a:off x="-1477129" y="2408582"/>
            <a:ext cx="1236428" cy="123931"/>
          </a:xfrm>
          <a:prstGeom prst="rect">
            <a:avLst/>
          </a:prstGeom>
          <a:noFill/>
          <a:ln>
            <a:noFill/>
          </a:ln>
        </p:spPr>
      </p:pic>
      <p:pic>
        <p:nvPicPr>
          <p:cNvPr id="670" name="Google Shape;670;p90"/>
          <p:cNvPicPr preferRelativeResize="0"/>
          <p:nvPr/>
        </p:nvPicPr>
        <p:blipFill>
          <a:blip r:embed="rId11">
            <a:alphaModFix/>
          </a:blip>
          <a:stretch>
            <a:fillRect/>
          </a:stretch>
        </p:blipFill>
        <p:spPr>
          <a:xfrm>
            <a:off x="7077300" y="1786350"/>
            <a:ext cx="1855227" cy="1040597"/>
          </a:xfrm>
          <a:prstGeom prst="rect">
            <a:avLst/>
          </a:prstGeom>
          <a:noFill/>
          <a:ln>
            <a:noFill/>
          </a:ln>
        </p:spPr>
      </p:pic>
      <p:pic>
        <p:nvPicPr>
          <p:cNvPr id="671" name="Google Shape;671;p90"/>
          <p:cNvPicPr preferRelativeResize="0"/>
          <p:nvPr/>
        </p:nvPicPr>
        <p:blipFill>
          <a:blip r:embed="rId12">
            <a:alphaModFix/>
          </a:blip>
          <a:stretch>
            <a:fillRect/>
          </a:stretch>
        </p:blipFill>
        <p:spPr>
          <a:xfrm>
            <a:off x="4649475" y="1384388"/>
            <a:ext cx="2243569" cy="1739300"/>
          </a:xfrm>
          <a:prstGeom prst="rect">
            <a:avLst/>
          </a:prstGeom>
          <a:noFill/>
          <a:ln>
            <a:noFill/>
          </a:ln>
        </p:spPr>
      </p:pic>
      <p:sp>
        <p:nvSpPr>
          <p:cNvPr id="672" name="Google Shape;672;p90"/>
          <p:cNvSpPr txBox="1"/>
          <p:nvPr/>
        </p:nvSpPr>
        <p:spPr>
          <a:xfrm>
            <a:off x="5026500" y="3076513"/>
            <a:ext cx="3007800" cy="1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fr">
                <a:solidFill>
                  <a:schemeClr val="lt1"/>
                </a:solidFill>
              </a:rPr>
              <a:t>Myco-Construction</a:t>
            </a:r>
            <a:endParaRPr i="1">
              <a:solidFill>
                <a:schemeClr val="lt1"/>
              </a:solidFill>
            </a:endParaRPr>
          </a:p>
        </p:txBody>
      </p:sp>
      <p:pic>
        <p:nvPicPr>
          <p:cNvPr id="673" name="Google Shape;673;p90"/>
          <p:cNvPicPr preferRelativeResize="0"/>
          <p:nvPr/>
        </p:nvPicPr>
        <p:blipFill>
          <a:blip r:embed="rId13">
            <a:alphaModFix/>
          </a:blip>
          <a:stretch>
            <a:fillRect/>
          </a:stretch>
        </p:blipFill>
        <p:spPr>
          <a:xfrm>
            <a:off x="2114950" y="117927"/>
            <a:ext cx="1428901" cy="953433"/>
          </a:xfrm>
          <a:prstGeom prst="rect">
            <a:avLst/>
          </a:prstGeom>
          <a:noFill/>
          <a:ln>
            <a:noFill/>
          </a:ln>
        </p:spPr>
      </p:pic>
      <p:pic>
        <p:nvPicPr>
          <p:cNvPr id="674" name="Google Shape;674;p90"/>
          <p:cNvPicPr preferRelativeResize="0"/>
          <p:nvPr/>
        </p:nvPicPr>
        <p:blipFill>
          <a:blip r:embed="rId14">
            <a:alphaModFix/>
          </a:blip>
          <a:stretch>
            <a:fillRect/>
          </a:stretch>
        </p:blipFill>
        <p:spPr>
          <a:xfrm>
            <a:off x="2849025" y="1384375"/>
            <a:ext cx="1650588" cy="1739301"/>
          </a:xfrm>
          <a:prstGeom prst="rect">
            <a:avLst/>
          </a:prstGeom>
          <a:noFill/>
          <a:ln>
            <a:noFill/>
          </a:ln>
        </p:spPr>
      </p:pic>
      <p:pic>
        <p:nvPicPr>
          <p:cNvPr id="675" name="Google Shape;675;p90"/>
          <p:cNvPicPr preferRelativeResize="0"/>
          <p:nvPr/>
        </p:nvPicPr>
        <p:blipFill>
          <a:blip r:embed="rId15">
            <a:alphaModFix/>
          </a:blip>
          <a:stretch>
            <a:fillRect/>
          </a:stretch>
        </p:blipFill>
        <p:spPr>
          <a:xfrm>
            <a:off x="146070" y="1384387"/>
            <a:ext cx="2553104" cy="1739299"/>
          </a:xfrm>
          <a:prstGeom prst="rect">
            <a:avLst/>
          </a:prstGeom>
          <a:noFill/>
          <a:ln>
            <a:noFill/>
          </a:ln>
        </p:spPr>
      </p:pic>
      <p:pic>
        <p:nvPicPr>
          <p:cNvPr id="676" name="Google Shape;676;p90"/>
          <p:cNvPicPr preferRelativeResize="0"/>
          <p:nvPr/>
        </p:nvPicPr>
        <p:blipFill>
          <a:blip r:embed="rId16">
            <a:alphaModFix/>
          </a:blip>
          <a:stretch>
            <a:fillRect/>
          </a:stretch>
        </p:blipFill>
        <p:spPr>
          <a:xfrm>
            <a:off x="3653400" y="117922"/>
            <a:ext cx="1428900" cy="950690"/>
          </a:xfrm>
          <a:prstGeom prst="rect">
            <a:avLst/>
          </a:prstGeom>
          <a:noFill/>
          <a:ln>
            <a:noFill/>
          </a:ln>
        </p:spPr>
      </p:pic>
      <p:pic>
        <p:nvPicPr>
          <p:cNvPr id="677" name="Google Shape;677;p90"/>
          <p:cNvPicPr preferRelativeResize="0"/>
          <p:nvPr/>
        </p:nvPicPr>
        <p:blipFill>
          <a:blip r:embed="rId17">
            <a:alphaModFix/>
          </a:blip>
          <a:stretch>
            <a:fillRect/>
          </a:stretch>
        </p:blipFill>
        <p:spPr>
          <a:xfrm>
            <a:off x="5149500" y="137953"/>
            <a:ext cx="1428900" cy="954516"/>
          </a:xfrm>
          <a:prstGeom prst="rect">
            <a:avLst/>
          </a:prstGeom>
          <a:noFill/>
          <a:ln>
            <a:noFill/>
          </a:ln>
        </p:spPr>
      </p:pic>
      <p:pic>
        <p:nvPicPr>
          <p:cNvPr id="678" name="Google Shape;678;p90"/>
          <p:cNvPicPr preferRelativeResize="0"/>
          <p:nvPr/>
        </p:nvPicPr>
        <p:blipFill>
          <a:blip r:embed="rId18">
            <a:alphaModFix/>
          </a:blip>
          <a:stretch>
            <a:fillRect/>
          </a:stretch>
        </p:blipFill>
        <p:spPr>
          <a:xfrm>
            <a:off x="6645600" y="137950"/>
            <a:ext cx="2498374" cy="3080051"/>
          </a:xfrm>
          <a:prstGeom prst="rect">
            <a:avLst/>
          </a:prstGeom>
          <a:noFill/>
          <a:ln>
            <a:noFill/>
          </a:ln>
        </p:spPr>
      </p:pic>
      <p:pic>
        <p:nvPicPr>
          <p:cNvPr id="679" name="Google Shape;679;p90"/>
          <p:cNvPicPr preferRelativeResize="0"/>
          <p:nvPr/>
        </p:nvPicPr>
        <p:blipFill>
          <a:blip r:embed="rId19">
            <a:alphaModFix/>
          </a:blip>
          <a:stretch>
            <a:fillRect/>
          </a:stretch>
        </p:blipFill>
        <p:spPr>
          <a:xfrm>
            <a:off x="7019350" y="3169525"/>
            <a:ext cx="2006475" cy="2006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gtEl>
                                        <p:attrNameLst>
                                          <p:attrName>style.visibility</p:attrName>
                                        </p:attrNameLst>
                                      </p:cBhvr>
                                      <p:to>
                                        <p:strVal val="visible"/>
                                      </p:to>
                                    </p:set>
                                    <p:animEffect filter="fade" transition="in">
                                      <p:cBhvr>
                                        <p:cTn dur="1000"/>
                                        <p:tgtEl>
                                          <p:spTgt spid="6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9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t/>
            </a:r>
            <a:endParaRPr/>
          </a:p>
        </p:txBody>
      </p:sp>
      <p:pic>
        <p:nvPicPr>
          <p:cNvPr id="685" name="Google Shape;685;p91"/>
          <p:cNvPicPr preferRelativeResize="0"/>
          <p:nvPr/>
        </p:nvPicPr>
        <p:blipFill>
          <a:blip r:embed="rId3">
            <a:alphaModFix/>
          </a:blip>
          <a:stretch>
            <a:fillRect/>
          </a:stretch>
        </p:blipFill>
        <p:spPr>
          <a:xfrm>
            <a:off x="1599650" y="0"/>
            <a:ext cx="6655539" cy="514350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9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t/>
            </a:r>
            <a:endParaRPr/>
          </a:p>
        </p:txBody>
      </p:sp>
      <p:pic>
        <p:nvPicPr>
          <p:cNvPr id="691" name="Google Shape;691;p92"/>
          <p:cNvPicPr preferRelativeResize="0"/>
          <p:nvPr/>
        </p:nvPicPr>
        <p:blipFill>
          <a:blip r:embed="rId3">
            <a:alphaModFix/>
          </a:blip>
          <a:stretch>
            <a:fillRect/>
          </a:stretch>
        </p:blipFill>
        <p:spPr>
          <a:xfrm>
            <a:off x="1032725" y="421750"/>
            <a:ext cx="7078550" cy="439697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9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t/>
            </a:r>
            <a:endParaRPr/>
          </a:p>
        </p:txBody>
      </p:sp>
      <p:pic>
        <p:nvPicPr>
          <p:cNvPr id="697" name="Google Shape;697;p93" title="'Nuclear comets' in mycelium of the fungus Neurospora crassa.mp4">
            <a:hlinkClick r:id="rId3"/>
          </p:cNvPr>
          <p:cNvPicPr preferRelativeResize="0"/>
          <p:nvPr/>
        </p:nvPicPr>
        <p:blipFill>
          <a:blip r:embed="rId4">
            <a:alphaModFix/>
          </a:blip>
          <a:stretch>
            <a:fillRect/>
          </a:stretch>
        </p:blipFill>
        <p:spPr>
          <a:xfrm>
            <a:off x="714550" y="389750"/>
            <a:ext cx="2710901" cy="2033176"/>
          </a:xfrm>
          <a:prstGeom prst="rect">
            <a:avLst/>
          </a:prstGeom>
          <a:noFill/>
          <a:ln>
            <a:noFill/>
          </a:ln>
        </p:spPr>
      </p:pic>
      <p:pic>
        <p:nvPicPr>
          <p:cNvPr id="698" name="Google Shape;698;p93" title="Fungi stores a third of carbon from fossil fuel emissions, could be essential to reaching net zero.mp4">
            <a:hlinkClick r:id="rId5"/>
          </p:cNvPr>
          <p:cNvPicPr preferRelativeResize="0"/>
          <p:nvPr/>
        </p:nvPicPr>
        <p:blipFill>
          <a:blip r:embed="rId6">
            <a:alphaModFix/>
          </a:blip>
          <a:stretch>
            <a:fillRect/>
          </a:stretch>
        </p:blipFill>
        <p:spPr>
          <a:xfrm>
            <a:off x="3907425" y="389750"/>
            <a:ext cx="3760778" cy="2033176"/>
          </a:xfrm>
          <a:prstGeom prst="rect">
            <a:avLst/>
          </a:prstGeom>
          <a:noFill/>
          <a:ln>
            <a:noFill/>
          </a:ln>
        </p:spPr>
      </p:pic>
      <p:pic>
        <p:nvPicPr>
          <p:cNvPr id="699" name="Google Shape;699;p93" title="Growth of bioluminescent mushrooms (Panellus stipticus).mp4">
            <a:hlinkClick r:id="rId7"/>
          </p:cNvPr>
          <p:cNvPicPr preferRelativeResize="0"/>
          <p:nvPr/>
        </p:nvPicPr>
        <p:blipFill>
          <a:blip r:embed="rId8">
            <a:alphaModFix/>
          </a:blip>
          <a:stretch>
            <a:fillRect/>
          </a:stretch>
        </p:blipFill>
        <p:spPr>
          <a:xfrm>
            <a:off x="714550" y="2920200"/>
            <a:ext cx="3281866" cy="1846049"/>
          </a:xfrm>
          <a:prstGeom prst="rect">
            <a:avLst/>
          </a:prstGeom>
          <a:noFill/>
          <a:ln>
            <a:noFill/>
          </a:ln>
        </p:spPr>
      </p:pic>
      <p:pic>
        <p:nvPicPr>
          <p:cNvPr id="700" name="Google Shape;700;p93" title="Growth of fungal mycelium showing anastomosis, or cell fusion (Neurospora crassa).mp4">
            <a:hlinkClick r:id="rId9"/>
          </p:cNvPr>
          <p:cNvPicPr preferRelativeResize="0"/>
          <p:nvPr/>
        </p:nvPicPr>
        <p:blipFill>
          <a:blip r:embed="rId10">
            <a:alphaModFix/>
          </a:blip>
          <a:stretch>
            <a:fillRect/>
          </a:stretch>
        </p:blipFill>
        <p:spPr>
          <a:xfrm>
            <a:off x="4899116" y="2920200"/>
            <a:ext cx="2769075" cy="1846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7"/>
                                        </p:tgtEl>
                                        <p:attrNameLst>
                                          <p:attrName>style.visibility</p:attrName>
                                        </p:attrNameLst>
                                      </p:cBhvr>
                                      <p:to>
                                        <p:strVal val="visible"/>
                                      </p:to>
                                    </p:set>
                                    <p:animEffect filter="fade" transition="in">
                                      <p:cBhvr>
                                        <p:cTn dur="1000"/>
                                        <p:tgtEl>
                                          <p:spTgt spid="6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8"/>
                                        </p:tgtEl>
                                        <p:attrNameLst>
                                          <p:attrName>style.visibility</p:attrName>
                                        </p:attrNameLst>
                                      </p:cBhvr>
                                      <p:to>
                                        <p:strVal val="visible"/>
                                      </p:to>
                                    </p:set>
                                    <p:animEffect filter="fade" transition="in">
                                      <p:cBhvr>
                                        <p:cTn dur="1000"/>
                                        <p:tgtEl>
                                          <p:spTgt spid="6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9"/>
                                        </p:tgtEl>
                                        <p:attrNameLst>
                                          <p:attrName>style.visibility</p:attrName>
                                        </p:attrNameLst>
                                      </p:cBhvr>
                                      <p:to>
                                        <p:strVal val="visible"/>
                                      </p:to>
                                    </p:set>
                                    <p:animEffect filter="fade" transition="in">
                                      <p:cBhvr>
                                        <p:cTn dur="1000"/>
                                        <p:tgtEl>
                                          <p:spTgt spid="6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gtEl>
                                        <p:attrNameLst>
                                          <p:attrName>style.visibility</p:attrName>
                                        </p:attrNameLst>
                                      </p:cBhvr>
                                      <p:to>
                                        <p:strVal val="visible"/>
                                      </p:to>
                                    </p:set>
                                    <p:animEffect filter="fade" transition="in">
                                      <p:cBhvr>
                                        <p:cTn dur="1000"/>
                                        <p:tgtEl>
                                          <p:spTgt spid="7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94"/>
          <p:cNvSpPr txBox="1"/>
          <p:nvPr>
            <p:ph type="title"/>
          </p:nvPr>
        </p:nvSpPr>
        <p:spPr>
          <a:xfrm>
            <a:off x="3390275" y="134675"/>
            <a:ext cx="8520600" cy="841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fr">
                <a:solidFill>
                  <a:schemeClr val="lt1"/>
                </a:solidFill>
              </a:rPr>
              <a:t>LICHEN</a:t>
            </a:r>
            <a:endParaRPr>
              <a:solidFill>
                <a:schemeClr val="lt1"/>
              </a:solidFill>
            </a:endParaRPr>
          </a:p>
        </p:txBody>
      </p:sp>
      <p:pic>
        <p:nvPicPr>
          <p:cNvPr id="706" name="Google Shape;706;p94"/>
          <p:cNvPicPr preferRelativeResize="0"/>
          <p:nvPr/>
        </p:nvPicPr>
        <p:blipFill>
          <a:blip r:embed="rId3">
            <a:alphaModFix/>
          </a:blip>
          <a:stretch>
            <a:fillRect/>
          </a:stretch>
        </p:blipFill>
        <p:spPr>
          <a:xfrm>
            <a:off x="3309024" y="1201325"/>
            <a:ext cx="4178025" cy="3136400"/>
          </a:xfrm>
          <a:prstGeom prst="rect">
            <a:avLst/>
          </a:prstGeom>
          <a:noFill/>
          <a:ln>
            <a:noFill/>
          </a:ln>
        </p:spPr>
      </p:pic>
      <p:sp>
        <p:nvSpPr>
          <p:cNvPr id="707" name="Google Shape;707;p94"/>
          <p:cNvSpPr txBox="1"/>
          <p:nvPr/>
        </p:nvSpPr>
        <p:spPr>
          <a:xfrm>
            <a:off x="7390150" y="1819175"/>
            <a:ext cx="2380500" cy="3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fr">
                <a:solidFill>
                  <a:schemeClr val="lt1"/>
                </a:solidFill>
              </a:rPr>
              <a:t> </a:t>
            </a:r>
            <a:endParaRPr>
              <a:solidFill>
                <a:schemeClr val="lt1"/>
              </a:solidFill>
            </a:endParaRPr>
          </a:p>
          <a:p>
            <a:pPr indent="-317500" lvl="0" marL="457200" rtl="0" algn="l">
              <a:spcBef>
                <a:spcPts val="0"/>
              </a:spcBef>
              <a:spcAft>
                <a:spcPts val="0"/>
              </a:spcAft>
              <a:buClr>
                <a:schemeClr val="lt1"/>
              </a:buClr>
              <a:buSzPts val="1400"/>
              <a:buChar char="-"/>
            </a:pPr>
            <a:r>
              <a:rPr i="1" lang="fr">
                <a:solidFill>
                  <a:schemeClr val="lt1"/>
                </a:solidFill>
              </a:rPr>
              <a:t>black melanin</a:t>
            </a:r>
            <a:endParaRPr i="1">
              <a:solidFill>
                <a:schemeClr val="lt1"/>
              </a:solidFill>
            </a:endParaRPr>
          </a:p>
          <a:p>
            <a:pPr indent="-317500" lvl="0" marL="457200" rtl="0" algn="l">
              <a:spcBef>
                <a:spcPts val="0"/>
              </a:spcBef>
              <a:spcAft>
                <a:spcPts val="0"/>
              </a:spcAft>
              <a:buClr>
                <a:schemeClr val="lt1"/>
              </a:buClr>
              <a:buSzPts val="1400"/>
              <a:buChar char="-"/>
            </a:pPr>
            <a:r>
              <a:rPr i="1" lang="fr">
                <a:solidFill>
                  <a:schemeClr val="lt1"/>
                </a:solidFill>
              </a:rPr>
              <a:t>green algae </a:t>
            </a:r>
            <a:endParaRPr i="1">
              <a:solidFill>
                <a:schemeClr val="lt1"/>
              </a:solidFill>
            </a:endParaRPr>
          </a:p>
          <a:p>
            <a:pPr indent="-317500" lvl="0" marL="457200" rtl="0" algn="l">
              <a:spcBef>
                <a:spcPts val="0"/>
              </a:spcBef>
              <a:spcAft>
                <a:spcPts val="0"/>
              </a:spcAft>
              <a:buClr>
                <a:schemeClr val="lt1"/>
              </a:buClr>
              <a:buSzPts val="1400"/>
              <a:buChar char="-"/>
            </a:pPr>
            <a:r>
              <a:rPr i="1" lang="fr">
                <a:solidFill>
                  <a:schemeClr val="lt1"/>
                </a:solidFill>
              </a:rPr>
              <a:t>red iron oxides (byproducts)</a:t>
            </a:r>
            <a:endParaRPr i="1">
              <a:solidFill>
                <a:schemeClr val="lt1"/>
              </a:solidFill>
            </a:endParaRPr>
          </a:p>
        </p:txBody>
      </p:sp>
      <p:pic>
        <p:nvPicPr>
          <p:cNvPr id="708" name="Google Shape;708;p94"/>
          <p:cNvPicPr preferRelativeResize="0"/>
          <p:nvPr/>
        </p:nvPicPr>
        <p:blipFill>
          <a:blip r:embed="rId4">
            <a:alphaModFix/>
          </a:blip>
          <a:stretch>
            <a:fillRect/>
          </a:stretch>
        </p:blipFill>
        <p:spPr>
          <a:xfrm>
            <a:off x="249825" y="204475"/>
            <a:ext cx="2811380" cy="1846050"/>
          </a:xfrm>
          <a:prstGeom prst="rect">
            <a:avLst/>
          </a:prstGeom>
          <a:noFill/>
          <a:ln>
            <a:noFill/>
          </a:ln>
        </p:spPr>
      </p:pic>
      <p:sp>
        <p:nvSpPr>
          <p:cNvPr id="709" name="Google Shape;709;p94"/>
          <p:cNvSpPr txBox="1"/>
          <p:nvPr/>
        </p:nvSpPr>
        <p:spPr>
          <a:xfrm>
            <a:off x="289725" y="2132975"/>
            <a:ext cx="3190500" cy="3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solidFill>
                  <a:schemeClr val="lt1"/>
                </a:solidFill>
              </a:rPr>
              <a:t>Nitrogen fixer in desert ecologies </a:t>
            </a:r>
            <a:endParaRPr i="1">
              <a:solidFill>
                <a:schemeClr val="lt1"/>
              </a:solidFill>
            </a:endParaRPr>
          </a:p>
        </p:txBody>
      </p:sp>
      <p:pic>
        <p:nvPicPr>
          <p:cNvPr id="710" name="Google Shape;710;p94"/>
          <p:cNvPicPr preferRelativeResize="0"/>
          <p:nvPr/>
        </p:nvPicPr>
        <p:blipFill>
          <a:blip r:embed="rId5">
            <a:alphaModFix/>
          </a:blip>
          <a:stretch>
            <a:fillRect/>
          </a:stretch>
        </p:blipFill>
        <p:spPr>
          <a:xfrm>
            <a:off x="249825" y="2656326"/>
            <a:ext cx="2811374" cy="2068295"/>
          </a:xfrm>
          <a:prstGeom prst="rect">
            <a:avLst/>
          </a:prstGeom>
          <a:noFill/>
          <a:ln>
            <a:noFill/>
          </a:ln>
        </p:spPr>
      </p:pic>
      <p:sp>
        <p:nvSpPr>
          <p:cNvPr id="711" name="Google Shape;711;p94"/>
          <p:cNvSpPr txBox="1"/>
          <p:nvPr/>
        </p:nvSpPr>
        <p:spPr>
          <a:xfrm>
            <a:off x="249825" y="4769575"/>
            <a:ext cx="4830600" cy="3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solidFill>
                  <a:schemeClr val="lt1"/>
                </a:solidFill>
              </a:rPr>
              <a:t>50 % of forest soil N from decomposed lichen</a:t>
            </a:r>
            <a:endParaRPr i="1">
              <a:solidFill>
                <a:schemeClr val="lt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95"/>
          <p:cNvSpPr txBox="1"/>
          <p:nvPr>
            <p:ph type="title"/>
          </p:nvPr>
        </p:nvSpPr>
        <p:spPr>
          <a:xfrm>
            <a:off x="285175" y="560100"/>
            <a:ext cx="8520600" cy="841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t/>
            </a:r>
            <a:endParaRPr sz="2377">
              <a:solidFill>
                <a:schemeClr val="lt1"/>
              </a:solidFill>
            </a:endParaRPr>
          </a:p>
          <a:p>
            <a:pPr indent="0" lvl="0" marL="0" rtl="0" algn="l">
              <a:spcBef>
                <a:spcPts val="0"/>
              </a:spcBef>
              <a:spcAft>
                <a:spcPts val="0"/>
              </a:spcAft>
              <a:buNone/>
            </a:pPr>
            <a:r>
              <a:t/>
            </a:r>
            <a:endParaRPr sz="2377">
              <a:solidFill>
                <a:schemeClr val="lt1"/>
              </a:solidFill>
            </a:endParaRPr>
          </a:p>
          <a:p>
            <a:pPr indent="0" lvl="0" marL="0" rtl="0" algn="l">
              <a:spcBef>
                <a:spcPts val="0"/>
              </a:spcBef>
              <a:spcAft>
                <a:spcPts val="0"/>
              </a:spcAft>
              <a:buNone/>
            </a:pPr>
            <a:r>
              <a:rPr lang="fr" sz="2377">
                <a:solidFill>
                  <a:schemeClr val="lt1"/>
                </a:solidFill>
              </a:rPr>
              <a:t>Sentinelle fongique - 8m de long - 700 million d’année de durée de vie </a:t>
            </a:r>
            <a:endParaRPr sz="2377">
              <a:solidFill>
                <a:schemeClr val="lt1"/>
              </a:solidFill>
            </a:endParaRPr>
          </a:p>
          <a:p>
            <a:pPr indent="0" lvl="0" marL="0" rtl="0" algn="l">
              <a:spcBef>
                <a:spcPts val="0"/>
              </a:spcBef>
              <a:spcAft>
                <a:spcPts val="0"/>
              </a:spcAft>
              <a:buNone/>
            </a:pPr>
            <a:r>
              <a:rPr lang="fr" sz="2377">
                <a:solidFill>
                  <a:schemeClr val="lt1"/>
                </a:solidFill>
              </a:rPr>
              <a:t>= 2 x plus long que le genre HOMOS </a:t>
            </a:r>
            <a:endParaRPr sz="2377">
              <a:solidFill>
                <a:schemeClr val="lt1"/>
              </a:solidFill>
            </a:endParaRPr>
          </a:p>
          <a:p>
            <a:pPr indent="0" lvl="0" marL="0" rtl="0" algn="ctr">
              <a:spcBef>
                <a:spcPts val="0"/>
              </a:spcBef>
              <a:spcAft>
                <a:spcPts val="0"/>
              </a:spcAft>
              <a:buNone/>
            </a:pPr>
            <a:r>
              <a:t/>
            </a:r>
            <a:endParaRPr>
              <a:solidFill>
                <a:schemeClr val="lt1"/>
              </a:solidFill>
            </a:endParaRPr>
          </a:p>
          <a:p>
            <a:pPr indent="0" lvl="0" marL="0" rtl="0" algn="ctr">
              <a:spcBef>
                <a:spcPts val="0"/>
              </a:spcBef>
              <a:spcAft>
                <a:spcPts val="0"/>
              </a:spcAft>
              <a:buNone/>
            </a:pPr>
            <a:r>
              <a:rPr lang="fr">
                <a:solidFill>
                  <a:schemeClr val="lt1"/>
                </a:solidFill>
              </a:rPr>
              <a:t>PROTOTAXITES</a:t>
            </a:r>
            <a:r>
              <a:rPr lang="fr">
                <a:solidFill>
                  <a:schemeClr val="lt1"/>
                </a:solidFill>
              </a:rPr>
              <a:t> </a:t>
            </a:r>
            <a:endParaRPr>
              <a:solidFill>
                <a:schemeClr val="lt1"/>
              </a:solidFill>
            </a:endParaRPr>
          </a:p>
        </p:txBody>
      </p:sp>
      <p:pic>
        <p:nvPicPr>
          <p:cNvPr id="717" name="Google Shape;717;p95"/>
          <p:cNvPicPr preferRelativeResize="0"/>
          <p:nvPr/>
        </p:nvPicPr>
        <p:blipFill>
          <a:blip r:embed="rId3">
            <a:alphaModFix/>
          </a:blip>
          <a:stretch>
            <a:fillRect/>
          </a:stretch>
        </p:blipFill>
        <p:spPr>
          <a:xfrm>
            <a:off x="152400" y="3145050"/>
            <a:ext cx="2740876" cy="1846050"/>
          </a:xfrm>
          <a:prstGeom prst="rect">
            <a:avLst/>
          </a:prstGeom>
          <a:noFill/>
          <a:ln>
            <a:noFill/>
          </a:ln>
        </p:spPr>
      </p:pic>
      <p:pic>
        <p:nvPicPr>
          <p:cNvPr id="718" name="Google Shape;718;p95"/>
          <p:cNvPicPr preferRelativeResize="0"/>
          <p:nvPr/>
        </p:nvPicPr>
        <p:blipFill>
          <a:blip r:embed="rId4">
            <a:alphaModFix/>
          </a:blip>
          <a:stretch>
            <a:fillRect/>
          </a:stretch>
        </p:blipFill>
        <p:spPr>
          <a:xfrm>
            <a:off x="6179047" y="3459474"/>
            <a:ext cx="2300274" cy="1531626"/>
          </a:xfrm>
          <a:prstGeom prst="rect">
            <a:avLst/>
          </a:prstGeom>
          <a:noFill/>
          <a:ln>
            <a:noFill/>
          </a:ln>
        </p:spPr>
      </p:pic>
      <p:pic>
        <p:nvPicPr>
          <p:cNvPr id="719" name="Google Shape;719;p95"/>
          <p:cNvPicPr preferRelativeResize="0"/>
          <p:nvPr/>
        </p:nvPicPr>
        <p:blipFill>
          <a:blip r:embed="rId5">
            <a:alphaModFix/>
          </a:blip>
          <a:stretch>
            <a:fillRect/>
          </a:stretch>
        </p:blipFill>
        <p:spPr>
          <a:xfrm flipH="1">
            <a:off x="8238740" y="3459475"/>
            <a:ext cx="523331" cy="1531625"/>
          </a:xfrm>
          <a:prstGeom prst="rect">
            <a:avLst/>
          </a:prstGeom>
          <a:noFill/>
          <a:ln>
            <a:noFill/>
          </a:ln>
        </p:spPr>
      </p:pic>
      <p:sp>
        <p:nvSpPr>
          <p:cNvPr id="720" name="Google Shape;720;p95"/>
          <p:cNvSpPr txBox="1"/>
          <p:nvPr/>
        </p:nvSpPr>
        <p:spPr>
          <a:xfrm>
            <a:off x="206575" y="1435675"/>
            <a:ext cx="2411700" cy="143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solidFill>
                  <a:schemeClr val="lt2"/>
                </a:solidFill>
              </a:rPr>
              <a:t>GEOMYCOLOGY</a:t>
            </a:r>
            <a:endParaRPr>
              <a:solidFill>
                <a:schemeClr val="lt2"/>
              </a:solidFill>
            </a:endParaRPr>
          </a:p>
        </p:txBody>
      </p:sp>
      <p:pic>
        <p:nvPicPr>
          <p:cNvPr id="721" name="Google Shape;721;p95"/>
          <p:cNvPicPr preferRelativeResize="0"/>
          <p:nvPr/>
        </p:nvPicPr>
        <p:blipFill>
          <a:blip r:embed="rId6">
            <a:alphaModFix/>
          </a:blip>
          <a:stretch>
            <a:fillRect/>
          </a:stretch>
        </p:blipFill>
        <p:spPr>
          <a:xfrm>
            <a:off x="3045676" y="2303800"/>
            <a:ext cx="2980971" cy="2643866"/>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96"/>
          <p:cNvSpPr txBox="1"/>
          <p:nvPr>
            <p:ph type="title"/>
          </p:nvPr>
        </p:nvSpPr>
        <p:spPr>
          <a:xfrm>
            <a:off x="311700" y="2150850"/>
            <a:ext cx="17751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fr" sz="939">
                <a:solidFill>
                  <a:schemeClr val="lt1"/>
                </a:solidFill>
              </a:rPr>
              <a:t>botisia - first tree genus </a:t>
            </a:r>
            <a:endParaRPr sz="939">
              <a:solidFill>
                <a:schemeClr val="lt1"/>
              </a:solidFill>
            </a:endParaRPr>
          </a:p>
          <a:p>
            <a:pPr indent="0" lvl="0" marL="0" rtl="0" algn="ctr">
              <a:spcBef>
                <a:spcPts val="0"/>
              </a:spcBef>
              <a:spcAft>
                <a:spcPts val="0"/>
              </a:spcAft>
              <a:buSzPts val="990"/>
              <a:buNone/>
            </a:pPr>
            <a:r>
              <a:t/>
            </a:r>
            <a:endParaRPr sz="939">
              <a:solidFill>
                <a:schemeClr val="lt1"/>
              </a:solidFill>
            </a:endParaRPr>
          </a:p>
          <a:p>
            <a:pPr indent="0" lvl="0" marL="0" rtl="0" algn="ctr">
              <a:spcBef>
                <a:spcPts val="0"/>
              </a:spcBef>
              <a:spcAft>
                <a:spcPts val="0"/>
              </a:spcAft>
              <a:buSzPts val="990"/>
              <a:buNone/>
            </a:pPr>
            <a:r>
              <a:rPr lang="fr" sz="939">
                <a:solidFill>
                  <a:schemeClr val="lt1"/>
                </a:solidFill>
              </a:rPr>
              <a:t>haitat et conditions similaires </a:t>
            </a:r>
            <a:endParaRPr sz="939">
              <a:solidFill>
                <a:schemeClr val="lt1"/>
              </a:solidFill>
            </a:endParaRPr>
          </a:p>
          <a:p>
            <a:pPr indent="0" lvl="0" marL="0" rtl="0" algn="ctr">
              <a:spcBef>
                <a:spcPts val="0"/>
              </a:spcBef>
              <a:spcAft>
                <a:spcPts val="0"/>
              </a:spcAft>
              <a:buSzPts val="990"/>
              <a:buNone/>
            </a:pPr>
            <a:r>
              <a:rPr lang="fr" sz="939">
                <a:solidFill>
                  <a:schemeClr val="lt1"/>
                </a:solidFill>
              </a:rPr>
              <a:t>les insetes </a:t>
            </a:r>
            <a:endParaRPr sz="939">
              <a:solidFill>
                <a:schemeClr val="lt1"/>
              </a:solidFill>
            </a:endParaRPr>
          </a:p>
        </p:txBody>
      </p:sp>
      <p:pic>
        <p:nvPicPr>
          <p:cNvPr id="727" name="Google Shape;727;p96"/>
          <p:cNvPicPr preferRelativeResize="0"/>
          <p:nvPr/>
        </p:nvPicPr>
        <p:blipFill>
          <a:blip r:embed="rId3">
            <a:alphaModFix/>
          </a:blip>
          <a:stretch>
            <a:fillRect/>
          </a:stretch>
        </p:blipFill>
        <p:spPr>
          <a:xfrm>
            <a:off x="424275" y="644725"/>
            <a:ext cx="1662526" cy="1259901"/>
          </a:xfrm>
          <a:prstGeom prst="rect">
            <a:avLst/>
          </a:prstGeom>
          <a:noFill/>
          <a:ln>
            <a:noFill/>
          </a:ln>
        </p:spPr>
      </p:pic>
      <p:pic>
        <p:nvPicPr>
          <p:cNvPr id="728" name="Google Shape;728;p96"/>
          <p:cNvPicPr preferRelativeResize="0"/>
          <p:nvPr/>
        </p:nvPicPr>
        <p:blipFill>
          <a:blip r:embed="rId4">
            <a:alphaModFix/>
          </a:blip>
          <a:stretch>
            <a:fillRect/>
          </a:stretch>
        </p:blipFill>
        <p:spPr>
          <a:xfrm>
            <a:off x="2528175" y="644725"/>
            <a:ext cx="2143525" cy="1289650"/>
          </a:xfrm>
          <a:prstGeom prst="rect">
            <a:avLst/>
          </a:prstGeom>
          <a:noFill/>
          <a:ln>
            <a:noFill/>
          </a:ln>
        </p:spPr>
      </p:pic>
      <p:pic>
        <p:nvPicPr>
          <p:cNvPr id="729" name="Google Shape;729;p96"/>
          <p:cNvPicPr preferRelativeResize="0"/>
          <p:nvPr/>
        </p:nvPicPr>
        <p:blipFill>
          <a:blip r:embed="rId5">
            <a:alphaModFix/>
          </a:blip>
          <a:stretch>
            <a:fillRect/>
          </a:stretch>
        </p:blipFill>
        <p:spPr>
          <a:xfrm>
            <a:off x="4923625" y="644725"/>
            <a:ext cx="2001456" cy="1289650"/>
          </a:xfrm>
          <a:prstGeom prst="rect">
            <a:avLst/>
          </a:prstGeom>
          <a:noFill/>
          <a:ln>
            <a:noFill/>
          </a:ln>
        </p:spPr>
      </p:pic>
      <p:pic>
        <p:nvPicPr>
          <p:cNvPr id="730" name="Google Shape;730;p96"/>
          <p:cNvPicPr preferRelativeResize="0"/>
          <p:nvPr/>
        </p:nvPicPr>
        <p:blipFill>
          <a:blip r:embed="rId6">
            <a:alphaModFix/>
          </a:blip>
          <a:stretch>
            <a:fillRect/>
          </a:stretch>
        </p:blipFill>
        <p:spPr>
          <a:xfrm>
            <a:off x="7090950" y="644725"/>
            <a:ext cx="1662338" cy="125990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97"/>
          <p:cNvSpPr txBox="1"/>
          <p:nvPr>
            <p:ph idx="1" type="body"/>
          </p:nvPr>
        </p:nvSpPr>
        <p:spPr>
          <a:xfrm>
            <a:off x="311700" y="4329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Ballistospores </a:t>
            </a:r>
            <a:endParaRPr/>
          </a:p>
          <a:p>
            <a:pPr indent="0" lvl="0" marL="0" rtl="0" algn="l">
              <a:spcBef>
                <a:spcPts val="1200"/>
              </a:spcBef>
              <a:spcAft>
                <a:spcPts val="0"/>
              </a:spcAft>
              <a:buNone/>
            </a:pPr>
            <a:r>
              <a:rPr lang="fr" sz="1500">
                <a:solidFill>
                  <a:srgbClr val="363636"/>
                </a:solidFill>
                <a:highlight>
                  <a:srgbClr val="FFFFFF"/>
                </a:highlight>
                <a:latin typeface="Georgia"/>
                <a:ea typeface="Georgia"/>
                <a:cs typeface="Georgia"/>
                <a:sym typeface="Georgia"/>
              </a:rPr>
              <a:t>So a mushroom fires the spores away from the vertical gill — but not so far that they fly into the next gill over. The speed is not that fast — less than 10 miles per hour — and the distance is usually just a few hundred microns before air friction slows down the microscopic spores. But the acceleration is explosive, exerting thousands of times the force of gravity. At the same time they are traveling away from the gills gravity pulls them down and the spores catch a ride on air currents to spawn into new mushrooms elsewhere.</a:t>
            </a:r>
            <a:endParaRPr sz="1500">
              <a:solidFill>
                <a:srgbClr val="363636"/>
              </a:solidFill>
              <a:highlight>
                <a:srgbClr val="FFFFFF"/>
              </a:highlight>
              <a:latin typeface="Georgia"/>
              <a:ea typeface="Georgia"/>
              <a:cs typeface="Georgia"/>
              <a:sym typeface="Georgia"/>
            </a:endParaRPr>
          </a:p>
          <a:p>
            <a:pPr indent="0" lvl="0" marL="0" rtl="0" algn="l">
              <a:spcBef>
                <a:spcPts val="1200"/>
              </a:spcBef>
              <a:spcAft>
                <a:spcPts val="1200"/>
              </a:spcAft>
              <a:buNone/>
            </a:pPr>
            <a:r>
              <a:rPr lang="fr" sz="1500">
                <a:solidFill>
                  <a:srgbClr val="363636"/>
                </a:solidFill>
                <a:highlight>
                  <a:srgbClr val="FFFFFF"/>
                </a:highlight>
                <a:latin typeface="Georgia"/>
                <a:ea typeface="Georgia"/>
                <a:cs typeface="Georgia"/>
                <a:sym typeface="Georgia"/>
              </a:rPr>
              <a:t>The energy for propelling the spores turns out to come from the surface tension of water — the forces that cause a drop of water to roll up into a bead on a water-repellent surface.</a:t>
            </a:r>
            <a:endParaRPr sz="1500">
              <a:solidFill>
                <a:srgbClr val="363636"/>
              </a:solidFill>
              <a:highlight>
                <a:srgbClr val="FFFFFF"/>
              </a:highlight>
              <a:latin typeface="Georgia"/>
              <a:ea typeface="Georgia"/>
              <a:cs typeface="Georgia"/>
              <a:sym typeface="Georgia"/>
            </a:endParaRPr>
          </a:p>
        </p:txBody>
      </p:sp>
      <p:pic>
        <p:nvPicPr>
          <p:cNvPr id="736" name="Google Shape;736;p97"/>
          <p:cNvPicPr preferRelativeResize="0"/>
          <p:nvPr/>
        </p:nvPicPr>
        <p:blipFill>
          <a:blip r:embed="rId3">
            <a:alphaModFix/>
          </a:blip>
          <a:stretch>
            <a:fillRect/>
          </a:stretch>
        </p:blipFill>
        <p:spPr>
          <a:xfrm>
            <a:off x="412250" y="3389750"/>
            <a:ext cx="4405325" cy="1686425"/>
          </a:xfrm>
          <a:prstGeom prst="rect">
            <a:avLst/>
          </a:prstGeom>
          <a:noFill/>
          <a:ln>
            <a:noFill/>
          </a:ln>
        </p:spPr>
      </p:pic>
      <p:pic>
        <p:nvPicPr>
          <p:cNvPr id="737" name="Google Shape;737;p97" title="buler's drop  - Trim.mp4">
            <a:hlinkClick r:id="rId4"/>
          </p:cNvPr>
          <p:cNvPicPr preferRelativeResize="0"/>
          <p:nvPr/>
        </p:nvPicPr>
        <p:blipFill>
          <a:blip r:embed="rId5">
            <a:alphaModFix/>
          </a:blip>
          <a:stretch>
            <a:fillRect/>
          </a:stretch>
        </p:blipFill>
        <p:spPr>
          <a:xfrm>
            <a:off x="4929300" y="3389750"/>
            <a:ext cx="1159072" cy="1170175"/>
          </a:xfrm>
          <a:prstGeom prst="rect">
            <a:avLst/>
          </a:prstGeom>
          <a:noFill/>
          <a:ln>
            <a:noFill/>
          </a:ln>
        </p:spPr>
      </p:pic>
      <p:sp>
        <p:nvSpPr>
          <p:cNvPr id="738" name="Google Shape;738;p97"/>
          <p:cNvSpPr txBox="1"/>
          <p:nvPr/>
        </p:nvSpPr>
        <p:spPr>
          <a:xfrm>
            <a:off x="5838675" y="3492700"/>
            <a:ext cx="3116700" cy="738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fr" sz="900">
                <a:solidFill>
                  <a:srgbClr val="363636"/>
                </a:solidFill>
                <a:highlight>
                  <a:srgbClr val="FFFFFF"/>
                </a:highlight>
                <a:latin typeface="Georgia"/>
                <a:ea typeface="Georgia"/>
                <a:cs typeface="Georgia"/>
                <a:sym typeface="Georgia"/>
              </a:rPr>
              <a:t>100,000 frames a second, pas assez rapide … jusqu’au polystyrène ; la coalescence qui génère le bounce dure moins d’un millième de seconde, suffisant pour être étudié </a:t>
            </a:r>
            <a:endParaRPr sz="800"/>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9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44" name="Google Shape;744;p98"/>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745" name="Google Shape;745;p9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46" name="Google Shape;746;p98"/>
          <p:cNvPicPr preferRelativeResize="0"/>
          <p:nvPr/>
        </p:nvPicPr>
        <p:blipFill>
          <a:blip r:embed="rId3">
            <a:alphaModFix/>
          </a:blip>
          <a:stretch>
            <a:fillRect/>
          </a:stretch>
        </p:blipFill>
        <p:spPr>
          <a:xfrm>
            <a:off x="0" y="559151"/>
            <a:ext cx="9144000" cy="4025198"/>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pic>
        <p:nvPicPr>
          <p:cNvPr id="751" name="Google Shape;751;p99"/>
          <p:cNvPicPr preferRelativeResize="0"/>
          <p:nvPr/>
        </p:nvPicPr>
        <p:blipFill rotWithShape="1">
          <a:blip r:embed="rId3">
            <a:alphaModFix/>
          </a:blip>
          <a:srcRect b="0" l="0" r="0" t="0"/>
          <a:stretch/>
        </p:blipFill>
        <p:spPr>
          <a:xfrm>
            <a:off x="0" y="0"/>
            <a:ext cx="9144000" cy="5145881"/>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pic>
        <p:nvPicPr>
          <p:cNvPr id="756" name="Google Shape;756;p100"/>
          <p:cNvPicPr preferRelativeResize="0"/>
          <p:nvPr/>
        </p:nvPicPr>
        <p:blipFill rotWithShape="1">
          <a:blip r:embed="rId3">
            <a:alphaModFix/>
          </a:blip>
          <a:srcRect b="0" l="0" r="0" t="0"/>
          <a:stretch/>
        </p:blipFill>
        <p:spPr>
          <a:xfrm>
            <a:off x="0" y="0"/>
            <a:ext cx="6950869" cy="5143501"/>
          </a:xfrm>
          <a:prstGeom prst="rect">
            <a:avLst/>
          </a:prstGeom>
          <a:noFill/>
          <a:ln>
            <a:noFill/>
          </a:ln>
        </p:spPr>
      </p:pic>
      <p:sp>
        <p:nvSpPr>
          <p:cNvPr id="757" name="Google Shape;757;p100"/>
          <p:cNvSpPr/>
          <p:nvPr/>
        </p:nvSpPr>
        <p:spPr>
          <a:xfrm>
            <a:off x="2843213" y="347663"/>
            <a:ext cx="5400600" cy="1026300"/>
          </a:xfrm>
          <a:prstGeom prst="roundRect">
            <a:avLst>
              <a:gd fmla="val 16667" name="adj"/>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i="1" lang="fr" sz="4000">
                <a:solidFill>
                  <a:schemeClr val="dk1"/>
                </a:solidFill>
                <a:latin typeface="Calibri"/>
                <a:ea typeface="Calibri"/>
                <a:cs typeface="Calibri"/>
                <a:sym typeface="Calibri"/>
              </a:rPr>
              <a:t>Madurella mycetomatis</a:t>
            </a:r>
            <a:endParaRPr/>
          </a:p>
        </p:txBody>
      </p:sp>
      <p:sp>
        <p:nvSpPr>
          <p:cNvPr id="758" name="Google Shape;758;p100"/>
          <p:cNvSpPr txBox="1"/>
          <p:nvPr/>
        </p:nvSpPr>
        <p:spPr>
          <a:xfrm>
            <a:off x="6044550" y="4395450"/>
            <a:ext cx="4616100" cy="7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800">
                <a:solidFill>
                  <a:schemeClr val="lt1"/>
                </a:solidFill>
              </a:rPr>
              <a:t>3. PARASITES</a:t>
            </a:r>
            <a:endParaRPr sz="1800">
              <a:solidFill>
                <a:schemeClr val="lt1"/>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pic>
        <p:nvPicPr>
          <p:cNvPr id="763" name="Google Shape;763;p101"/>
          <p:cNvPicPr preferRelativeResize="0"/>
          <p:nvPr/>
        </p:nvPicPr>
        <p:blipFill>
          <a:blip r:embed="rId3">
            <a:alphaModFix/>
          </a:blip>
          <a:stretch>
            <a:fillRect/>
          </a:stretch>
        </p:blipFill>
        <p:spPr>
          <a:xfrm>
            <a:off x="1763850" y="152400"/>
            <a:ext cx="6336394" cy="4838701"/>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pic>
        <p:nvPicPr>
          <p:cNvPr id="768" name="Google Shape;768;p102"/>
          <p:cNvPicPr preferRelativeResize="0"/>
          <p:nvPr/>
        </p:nvPicPr>
        <p:blipFill>
          <a:blip r:embed="rId3">
            <a:alphaModFix/>
          </a:blip>
          <a:stretch>
            <a:fillRect/>
          </a:stretch>
        </p:blipFill>
        <p:spPr>
          <a:xfrm>
            <a:off x="152400" y="152400"/>
            <a:ext cx="6639771" cy="483870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103"/>
          <p:cNvSpPr txBox="1"/>
          <p:nvPr/>
        </p:nvSpPr>
        <p:spPr>
          <a:xfrm>
            <a:off x="1662550" y="833975"/>
            <a:ext cx="7105500" cy="118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solidFill>
                  <a:schemeClr val="lt1"/>
                </a:solidFill>
              </a:rPr>
              <a:t>4. ENDOYPHYTES </a:t>
            </a:r>
            <a:endParaRPr>
              <a:solidFill>
                <a:schemeClr val="lt1"/>
              </a:solidFill>
            </a:endParaRPr>
          </a:p>
        </p:txBody>
      </p:sp>
      <p:pic>
        <p:nvPicPr>
          <p:cNvPr id="774" name="Google Shape;774;p103"/>
          <p:cNvPicPr preferRelativeResize="0"/>
          <p:nvPr/>
        </p:nvPicPr>
        <p:blipFill>
          <a:blip r:embed="rId3">
            <a:alphaModFix/>
          </a:blip>
          <a:stretch>
            <a:fillRect/>
          </a:stretch>
        </p:blipFill>
        <p:spPr>
          <a:xfrm>
            <a:off x="152400" y="2170475"/>
            <a:ext cx="3762559" cy="2820626"/>
          </a:xfrm>
          <a:prstGeom prst="rect">
            <a:avLst/>
          </a:prstGeom>
          <a:noFill/>
          <a:ln>
            <a:noFill/>
          </a:ln>
        </p:spPr>
      </p:pic>
      <p:sp>
        <p:nvSpPr>
          <p:cNvPr id="775" name="Google Shape;775;p103"/>
          <p:cNvSpPr txBox="1"/>
          <p:nvPr/>
        </p:nvSpPr>
        <p:spPr>
          <a:xfrm>
            <a:off x="4510675" y="2805175"/>
            <a:ext cx="46920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t>FUNGAL LOOP HYPOTHESIS ; in dessert ecologies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